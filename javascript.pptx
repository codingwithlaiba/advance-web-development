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7"/>
  </p:notesMasterIdLst>
  <p:handoutMasterIdLst>
    <p:handoutMasterId r:id="rId28"/>
  </p:handoutMasterIdLst>
  <p:sldIdLst>
    <p:sldId id="257" r:id="rId2"/>
    <p:sldId id="608" r:id="rId3"/>
    <p:sldId id="604" r:id="rId4"/>
    <p:sldId id="605" r:id="rId5"/>
    <p:sldId id="606" r:id="rId6"/>
    <p:sldId id="602" r:id="rId7"/>
    <p:sldId id="276" r:id="rId8"/>
    <p:sldId id="512" r:id="rId9"/>
    <p:sldId id="332" r:id="rId10"/>
    <p:sldId id="333" r:id="rId11"/>
    <p:sldId id="354" r:id="rId12"/>
    <p:sldId id="355" r:id="rId13"/>
    <p:sldId id="358" r:id="rId14"/>
    <p:sldId id="375" r:id="rId15"/>
    <p:sldId id="376" r:id="rId16"/>
    <p:sldId id="377" r:id="rId17"/>
    <p:sldId id="378" r:id="rId18"/>
    <p:sldId id="260" r:id="rId19"/>
    <p:sldId id="607" r:id="rId20"/>
    <p:sldId id="609" r:id="rId21"/>
    <p:sldId id="610" r:id="rId22"/>
    <p:sldId id="612" r:id="rId23"/>
    <p:sldId id="611" r:id="rId24"/>
    <p:sldId id="613" r:id="rId25"/>
    <p:sldId id="278" r:id="rId26"/>
  </p:sldIdLst>
  <p:sldSz cx="9144000" cy="5143500" type="screen16x9"/>
  <p:notesSz cx="6858000" cy="9144000"/>
  <p:defaultTextStyle>
    <a:defPPr>
      <a:defRPr lang="zh-CN"/>
    </a:defPPr>
    <a:lvl1pPr marL="0" lvl="0" indent="0" algn="l" defTabSz="685800" rtl="0" eaLnBrk="1" fontAlgn="base" latinLnBrk="0" hangingPunct="1">
      <a:lnSpc>
        <a:spcPct val="100000"/>
      </a:lnSpc>
      <a:spcBef>
        <a:spcPct val="0"/>
      </a:spcBef>
      <a:spcAft>
        <a:spcPct val="0"/>
      </a:spcAft>
      <a:buFont typeface="Arial" panose="020B0604020202020204" pitchFamily="34" charset="0"/>
      <a:buNone/>
      <a:defRPr sz="1300" b="0" i="0" u="none" kern="1200" baseline="0">
        <a:solidFill>
          <a:schemeClr val="tx1"/>
        </a:solidFill>
        <a:latin typeface="Calibri" panose="020F0502020204030204" pitchFamily="34" charset="0"/>
        <a:ea typeface="SimSun" panose="02010600030101010101" pitchFamily="2" charset="-122"/>
        <a:cs typeface="+mn-cs"/>
      </a:defRPr>
    </a:lvl1pPr>
    <a:lvl2pPr marL="342900" lvl="1" indent="114300" algn="l" defTabSz="685800" rtl="0" eaLnBrk="1" fontAlgn="base" latinLnBrk="0" hangingPunct="1">
      <a:lnSpc>
        <a:spcPct val="100000"/>
      </a:lnSpc>
      <a:spcBef>
        <a:spcPct val="0"/>
      </a:spcBef>
      <a:spcAft>
        <a:spcPct val="0"/>
      </a:spcAft>
      <a:buFont typeface="Arial" panose="020B0604020202020204" pitchFamily="34" charset="0"/>
      <a:buNone/>
      <a:defRPr sz="1300" b="0" i="0" u="none" kern="1200" baseline="0">
        <a:solidFill>
          <a:schemeClr val="tx1"/>
        </a:solidFill>
        <a:latin typeface="Calibri" panose="020F0502020204030204" pitchFamily="34" charset="0"/>
        <a:ea typeface="SimSun" panose="02010600030101010101" pitchFamily="2" charset="-122"/>
        <a:cs typeface="+mn-cs"/>
      </a:defRPr>
    </a:lvl2pPr>
    <a:lvl3pPr marL="685800" lvl="2" indent="228600" algn="l" defTabSz="685800" rtl="0" eaLnBrk="1" fontAlgn="base" latinLnBrk="0" hangingPunct="1">
      <a:lnSpc>
        <a:spcPct val="100000"/>
      </a:lnSpc>
      <a:spcBef>
        <a:spcPct val="0"/>
      </a:spcBef>
      <a:spcAft>
        <a:spcPct val="0"/>
      </a:spcAft>
      <a:buFont typeface="Arial" panose="020B0604020202020204" pitchFamily="34" charset="0"/>
      <a:buNone/>
      <a:defRPr sz="1300" b="0" i="0" u="none" kern="1200" baseline="0">
        <a:solidFill>
          <a:schemeClr val="tx1"/>
        </a:solidFill>
        <a:latin typeface="Calibri" panose="020F0502020204030204" pitchFamily="34" charset="0"/>
        <a:ea typeface="SimSun" panose="02010600030101010101" pitchFamily="2" charset="-122"/>
        <a:cs typeface="+mn-cs"/>
      </a:defRPr>
    </a:lvl3pPr>
    <a:lvl4pPr marL="1028700" lvl="3" indent="342900" algn="l" defTabSz="685800" rtl="0" eaLnBrk="1" fontAlgn="base" latinLnBrk="0" hangingPunct="1">
      <a:lnSpc>
        <a:spcPct val="100000"/>
      </a:lnSpc>
      <a:spcBef>
        <a:spcPct val="0"/>
      </a:spcBef>
      <a:spcAft>
        <a:spcPct val="0"/>
      </a:spcAft>
      <a:buFont typeface="Arial" panose="020B0604020202020204" pitchFamily="34" charset="0"/>
      <a:buNone/>
      <a:defRPr sz="1300" b="0" i="0" u="none" kern="1200" baseline="0">
        <a:solidFill>
          <a:schemeClr val="tx1"/>
        </a:solidFill>
        <a:latin typeface="Calibri" panose="020F0502020204030204" pitchFamily="34" charset="0"/>
        <a:ea typeface="SimSun" panose="02010600030101010101" pitchFamily="2" charset="-122"/>
        <a:cs typeface="+mn-cs"/>
      </a:defRPr>
    </a:lvl4pPr>
    <a:lvl5pPr marL="1371600" lvl="4" indent="457200" algn="l" defTabSz="685800" rtl="0" eaLnBrk="1" fontAlgn="base" latinLnBrk="0" hangingPunct="1">
      <a:lnSpc>
        <a:spcPct val="100000"/>
      </a:lnSpc>
      <a:spcBef>
        <a:spcPct val="0"/>
      </a:spcBef>
      <a:spcAft>
        <a:spcPct val="0"/>
      </a:spcAft>
      <a:buFont typeface="Arial" panose="020B0604020202020204" pitchFamily="34" charset="0"/>
      <a:buNone/>
      <a:defRPr sz="1300" b="0" i="0" u="none" kern="1200" baseline="0">
        <a:solidFill>
          <a:schemeClr val="tx1"/>
        </a:solidFill>
        <a:latin typeface="Calibri" panose="020F0502020204030204" pitchFamily="34" charset="0"/>
        <a:ea typeface="SimSun" panose="02010600030101010101" pitchFamily="2" charset="-122"/>
        <a:cs typeface="+mn-cs"/>
      </a:defRPr>
    </a:lvl5pPr>
    <a:lvl6pPr marL="2286000" lvl="5" indent="457200" algn="l" defTabSz="685800" rtl="0" eaLnBrk="1" fontAlgn="base" latinLnBrk="0" hangingPunct="1">
      <a:lnSpc>
        <a:spcPct val="100000"/>
      </a:lnSpc>
      <a:spcBef>
        <a:spcPct val="0"/>
      </a:spcBef>
      <a:spcAft>
        <a:spcPct val="0"/>
      </a:spcAft>
      <a:buFont typeface="Arial" panose="020B0604020202020204" pitchFamily="34" charset="0"/>
      <a:buNone/>
      <a:defRPr sz="1300" b="0" i="0" u="none" kern="1200" baseline="0">
        <a:solidFill>
          <a:schemeClr val="tx1"/>
        </a:solidFill>
        <a:latin typeface="Calibri" panose="020F0502020204030204" pitchFamily="34" charset="0"/>
        <a:ea typeface="SimSun" panose="02010600030101010101" pitchFamily="2" charset="-122"/>
        <a:cs typeface="+mn-cs"/>
      </a:defRPr>
    </a:lvl6pPr>
    <a:lvl7pPr marL="2743200" lvl="6" indent="457200" algn="l" defTabSz="685800" rtl="0" eaLnBrk="1" fontAlgn="base" latinLnBrk="0" hangingPunct="1">
      <a:lnSpc>
        <a:spcPct val="100000"/>
      </a:lnSpc>
      <a:spcBef>
        <a:spcPct val="0"/>
      </a:spcBef>
      <a:spcAft>
        <a:spcPct val="0"/>
      </a:spcAft>
      <a:buFont typeface="Arial" panose="020B0604020202020204" pitchFamily="34" charset="0"/>
      <a:buNone/>
      <a:defRPr sz="1300" b="0" i="0" u="none" kern="1200" baseline="0">
        <a:solidFill>
          <a:schemeClr val="tx1"/>
        </a:solidFill>
        <a:latin typeface="Calibri" panose="020F0502020204030204" pitchFamily="34" charset="0"/>
        <a:ea typeface="SimSun" panose="02010600030101010101" pitchFamily="2" charset="-122"/>
        <a:cs typeface="+mn-cs"/>
      </a:defRPr>
    </a:lvl7pPr>
    <a:lvl8pPr marL="3200400" lvl="7" indent="457200" algn="l" defTabSz="685800" rtl="0" eaLnBrk="1" fontAlgn="base" latinLnBrk="0" hangingPunct="1">
      <a:lnSpc>
        <a:spcPct val="100000"/>
      </a:lnSpc>
      <a:spcBef>
        <a:spcPct val="0"/>
      </a:spcBef>
      <a:spcAft>
        <a:spcPct val="0"/>
      </a:spcAft>
      <a:buFont typeface="Arial" panose="020B0604020202020204" pitchFamily="34" charset="0"/>
      <a:buNone/>
      <a:defRPr sz="1300" b="0" i="0" u="none" kern="1200" baseline="0">
        <a:solidFill>
          <a:schemeClr val="tx1"/>
        </a:solidFill>
        <a:latin typeface="Calibri" panose="020F0502020204030204" pitchFamily="34" charset="0"/>
        <a:ea typeface="SimSun" panose="02010600030101010101" pitchFamily="2" charset="-122"/>
        <a:cs typeface="+mn-cs"/>
      </a:defRPr>
    </a:lvl8pPr>
    <a:lvl9pPr marL="3657600" lvl="8" indent="457200" algn="l" defTabSz="685800" rtl="0" eaLnBrk="1" fontAlgn="base" latinLnBrk="0" hangingPunct="1">
      <a:lnSpc>
        <a:spcPct val="100000"/>
      </a:lnSpc>
      <a:spcBef>
        <a:spcPct val="0"/>
      </a:spcBef>
      <a:spcAft>
        <a:spcPct val="0"/>
      </a:spcAft>
      <a:buFont typeface="Arial" panose="020B0604020202020204" pitchFamily="34" charset="0"/>
      <a:buNone/>
      <a:defRPr sz="1300" b="0" i="0" u="none" kern="1200" baseline="0">
        <a:solidFill>
          <a:schemeClr val="tx1"/>
        </a:solidFill>
        <a:latin typeface="Calibri" panose="020F0502020204030204" pitchFamily="34" charset="0"/>
        <a:ea typeface="SimSun" panose="02010600030101010101" pitchFamily="2" charset="-122"/>
        <a:cs typeface="+mn-cs"/>
      </a:defRPr>
    </a:lvl9pPr>
  </p:defaultTextStyle>
  <p:extLst>
    <p:ext uri="{521415D9-36F7-43E2-AB2F-B90AF26B5E84}">
      <p14:sectionLst xmlns:p14="http://schemas.microsoft.com/office/powerpoint/2010/main">
        <p14:section name="Default Section" id="{3968F360-7EEC-4F7B-86F9-7CD7B39DD577}">
          <p14:sldIdLst>
            <p14:sldId id="257"/>
            <p14:sldId id="608"/>
            <p14:sldId id="604"/>
            <p14:sldId id="605"/>
            <p14:sldId id="606"/>
            <p14:sldId id="602"/>
            <p14:sldId id="276"/>
            <p14:sldId id="512"/>
            <p14:sldId id="332"/>
            <p14:sldId id="333"/>
            <p14:sldId id="354"/>
            <p14:sldId id="355"/>
            <p14:sldId id="358"/>
            <p14:sldId id="375"/>
            <p14:sldId id="376"/>
            <p14:sldId id="377"/>
            <p14:sldId id="378"/>
            <p14:sldId id="260"/>
            <p14:sldId id="607"/>
            <p14:sldId id="609"/>
            <p14:sldId id="610"/>
            <p14:sldId id="612"/>
            <p14:sldId id="611"/>
            <p14:sldId id="613"/>
            <p14:sldId id="278"/>
          </p14:sldIdLst>
        </p14:section>
      </p14:sectionLst>
    </p:ext>
    <p:ext uri="{EFAFB233-063F-42B5-8137-9DF3F51BA10A}">
      <p15:sldGuideLst xmlns:p15="http://schemas.microsoft.com/office/powerpoint/2012/main">
        <p15:guide id="1" orient="horz" pos="1523">
          <p15:clr>
            <a:srgbClr val="A4A3A4"/>
          </p15:clr>
        </p15:guide>
        <p15:guide id="2" pos="283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DCDCD"/>
    <a:srgbClr val="D2D2D2"/>
    <a:srgbClr val="CFCFCF"/>
    <a:srgbClr val="203864"/>
    <a:srgbClr val="FFC000"/>
    <a:srgbClr val="111E35"/>
    <a:srgbClr val="D09E00"/>
    <a:srgbClr val="CBCBC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152" autoAdjust="0"/>
    <p:restoredTop sz="94660"/>
  </p:normalViewPr>
  <p:slideViewPr>
    <p:cSldViewPr snapToGrid="0" showGuides="1">
      <p:cViewPr varScale="1">
        <p:scale>
          <a:sx n="84" d="100"/>
          <a:sy n="84" d="100"/>
        </p:scale>
        <p:origin x="796" y="52"/>
      </p:cViewPr>
      <p:guideLst>
        <p:guide orient="horz" pos="1523"/>
        <p:guide pos="2834"/>
      </p:guideLst>
    </p:cSldViewPr>
  </p:slideViewPr>
  <p:notesTextViewPr>
    <p:cViewPr>
      <p:scale>
        <a:sx n="3" d="2"/>
        <a:sy n="3" d="2"/>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fontAlgn="base"/>
            <a:endParaRPr lang="zh-CN" altLang="en-US" strike="noStrike" noProof="1"/>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fontAlgn="base"/>
            <a:fld id="{0F9B84EA-7D68-4D60-9CB1-D50884785D1C}" type="datetimeFigureOut">
              <a:rPr lang="zh-CN" altLang="en-US" strike="noStrike" noProof="1" smtClean="0">
                <a:latin typeface="Calibri" panose="020F0502020204030204" pitchFamily="34" charset="0"/>
                <a:ea typeface="SimSun" panose="02010600030101010101" pitchFamily="2" charset="-122"/>
                <a:cs typeface="+mn-cs"/>
              </a:rPr>
              <a:t>2026/3/1</a:t>
            </a:fld>
            <a:endParaRPr lang="zh-CN" altLang="en-US" strike="noStrike" noProof="1"/>
          </a:p>
        </p:txBody>
      </p:sp>
      <p:sp>
        <p:nvSpPr>
          <p:cNvPr id="4" name="页脚占位符 3"/>
          <p:cNvSpPr>
            <a:spLocks noGrp="1"/>
          </p:cNvSpPr>
          <p:nvPr>
            <p:ph type="ftr" sz="quarter" idx="2"/>
          </p:nvPr>
        </p:nvSpPr>
        <p:spPr>
          <a:xfrm>
            <a:off x="0" y="8685213"/>
            <a:ext cx="2971800" cy="458788"/>
          </a:xfrm>
          <a:prstGeom prst="rect">
            <a:avLst/>
          </a:prstGeom>
        </p:spPr>
        <p:txBody>
          <a:bodyPr vert="horz" lIns="91440" tIns="45720" rIns="91440" bIns="45720" rtlCol="0" anchor="b"/>
          <a:lstStyle>
            <a:lvl1pPr algn="l">
              <a:defRPr sz="1200"/>
            </a:lvl1pPr>
          </a:lstStyle>
          <a:p>
            <a:pPr fontAlgn="base"/>
            <a:endParaRPr lang="zh-CN" altLang="en-US" strike="noStrike" noProof="1"/>
          </a:p>
        </p:txBody>
      </p:sp>
      <p:sp>
        <p:nvSpPr>
          <p:cNvPr id="5" name="灯片编号占位符 4"/>
          <p:cNvSpPr>
            <a:spLocks noGrp="1"/>
          </p:cNvSpPr>
          <p:nvPr>
            <p:ph type="sldNum" sz="quarter" idx="3"/>
          </p:nvPr>
        </p:nvSpPr>
        <p:spPr>
          <a:xfrm>
            <a:off x="3884613" y="8685213"/>
            <a:ext cx="2971800" cy="458788"/>
          </a:xfrm>
          <a:prstGeom prst="rect">
            <a:avLst/>
          </a:prstGeom>
        </p:spPr>
        <p:txBody>
          <a:bodyPr vert="horz" lIns="91440" tIns="45720" rIns="91440" bIns="45720" rtlCol="0" anchor="b"/>
          <a:lstStyle>
            <a:lvl1pPr algn="r">
              <a:defRPr sz="1200"/>
            </a:lvl1pPr>
          </a:lstStyle>
          <a:p>
            <a:pPr fontAlgn="base"/>
            <a:fld id="{8D4E0FC9-F1F8-4FAE-9988-3BA365CFD46F}" type="slidenum">
              <a:rPr lang="zh-CN" altLang="en-US" strike="noStrike" noProof="1" smtClean="0">
                <a:latin typeface="Calibri" panose="020F0502020204030204" pitchFamily="34" charset="0"/>
                <a:ea typeface="SimSun" panose="02010600030101010101" pitchFamily="2" charset="-122"/>
                <a:cs typeface="+mn-cs"/>
              </a:rPr>
              <a:t>‹#›</a:t>
            </a:fld>
            <a:endParaRPr lang="zh-CN" altLang="en-US" strike="noStrike" noProof="1"/>
          </a:p>
        </p:txBody>
      </p:sp>
    </p:spTree>
    <p:extLst>
      <p:ext uri="{BB962C8B-B14F-4D97-AF65-F5344CB8AC3E}">
        <p14:creationId xmlns:p14="http://schemas.microsoft.com/office/powerpoint/2010/main" val="274850656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fontAlgn="base"/>
            <a:endParaRPr lang="zh-CN" altLang="en-US" strike="noStrike" noProof="1"/>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fontAlgn="base"/>
            <a:fld id="{D2A48B96-639E-45A3-A0BA-2464DFDB1FAA}" type="datetimeFigureOut">
              <a:rPr lang="zh-CN" altLang="en-US" strike="noStrike" noProof="1" smtClean="0">
                <a:latin typeface="Calibri" panose="020F0502020204030204" pitchFamily="34" charset="0"/>
                <a:ea typeface="SimSun" panose="02010600030101010101" pitchFamily="2" charset="-122"/>
                <a:cs typeface="+mn-cs"/>
              </a:rPr>
              <a:t>2026/3/1</a:t>
            </a:fld>
            <a:endParaRPr lang="zh-CN" altLang="en-US" strike="noStrike" noProof="1"/>
          </a:p>
        </p:txBody>
      </p:sp>
      <p:sp>
        <p:nvSpPr>
          <p:cNvPr id="3076" name="幻灯片图像占位符 3"/>
          <p:cNvSpPr>
            <a:spLocks noGrp="1" noRot="1" noChangeAspect="1"/>
          </p:cNvSpPr>
          <p:nvPr>
            <p:ph type="sldImg"/>
          </p:nvPr>
        </p:nvSpPr>
        <p:spPr>
          <a:xfrm>
            <a:off x="685800" y="1143000"/>
            <a:ext cx="5486400" cy="3086100"/>
          </a:xfrm>
          <a:prstGeom prst="rect">
            <a:avLst/>
          </a:prstGeom>
          <a:noFill/>
          <a:ln w="12700" cap="flat" cmpd="sng">
            <a:solidFill>
              <a:srgbClr val="000000"/>
            </a:solidFill>
            <a:prstDash val="solid"/>
            <a:round/>
            <a:headEnd type="none" w="med" len="med"/>
            <a:tailEnd type="none" w="med" len="med"/>
          </a:ln>
        </p:spPr>
      </p:sp>
      <p:sp>
        <p:nvSpPr>
          <p:cNvPr id="3077" name="备注占位符 4"/>
          <p:cNvSpPr>
            <a:spLocks noGrp="1"/>
          </p:cNvSpPr>
          <p:nvPr>
            <p:ph type="body" sz="quarter"/>
          </p:nvPr>
        </p:nvSpPr>
        <p:spPr>
          <a:xfrm>
            <a:off x="685800" y="4400550"/>
            <a:ext cx="5486400" cy="3600450"/>
          </a:xfrm>
          <a:prstGeom prst="rect">
            <a:avLst/>
          </a:prstGeom>
          <a:noFill/>
          <a:ln w="9525">
            <a:noFill/>
          </a:ln>
        </p:spPr>
        <p:txBody>
          <a:bodyPr lIns="91440" tIns="45720" rIns="91440" bIns="45720" anchor="t" anchorCtr="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a:defRPr sz="1200"/>
            </a:lvl1pPr>
          </a:lstStyle>
          <a:p>
            <a:pPr fontAlgn="base"/>
            <a:endParaRPr lang="zh-CN" altLang="en-US" strike="noStrike" noProof="1"/>
          </a:p>
        </p:txBody>
      </p:sp>
      <p:sp>
        <p:nvSpPr>
          <p:cNvPr id="7" name="灯片编号占位符 6"/>
          <p:cNvSpPr>
            <a:spLocks noGrp="1"/>
          </p:cNvSpPr>
          <p:nvPr>
            <p:ph type="sldNum" sz="quarter" idx="5"/>
          </p:nvPr>
        </p:nvSpPr>
        <p:spPr>
          <a:xfrm>
            <a:off x="3884613" y="8685213"/>
            <a:ext cx="2971800" cy="458788"/>
          </a:xfrm>
          <a:prstGeom prst="rect">
            <a:avLst/>
          </a:prstGeom>
        </p:spPr>
        <p:txBody>
          <a:bodyPr vert="horz" lIns="91440" tIns="45720" rIns="91440" bIns="45720" rtlCol="0" anchor="b"/>
          <a:lstStyle>
            <a:lvl1pPr algn="r">
              <a:defRPr sz="1200"/>
            </a:lvl1pPr>
          </a:lstStyle>
          <a:p>
            <a:pPr fontAlgn="base"/>
            <a:fld id="{A6837353-30EB-4A48-80EB-173D804AEFBD}" type="slidenum">
              <a:rPr lang="zh-CN" altLang="en-US" strike="noStrike" noProof="1" smtClean="0">
                <a:latin typeface="Calibri" panose="020F0502020204030204" pitchFamily="34" charset="0"/>
                <a:ea typeface="SimSun" panose="02010600030101010101" pitchFamily="2" charset="-122"/>
                <a:cs typeface="+mn-cs"/>
              </a:rPr>
              <a:t>‹#›</a:t>
            </a:fld>
            <a:endParaRPr lang="zh-CN" altLang="en-US" strike="noStrike" noProof="1"/>
          </a:p>
        </p:txBody>
      </p:sp>
    </p:spTree>
    <p:extLst>
      <p:ext uri="{BB962C8B-B14F-4D97-AF65-F5344CB8AC3E}">
        <p14:creationId xmlns:p14="http://schemas.microsoft.com/office/powerpoint/2010/main" val="2175363158"/>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9930368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8613"/>
            <a:ext cx="7772400" cy="1101725"/>
          </a:xfrm>
          <a:prstGeom prst="rect">
            <a:avLst/>
          </a:prstGeom>
        </p:spPr>
        <p:txBody>
          <a:bodyPr/>
          <a:lstStyle/>
          <a:p>
            <a:pPr fontAlgn="base"/>
            <a:r>
              <a:rPr lang="zh-CN" altLang="en-US" strike="noStrike" noProof="1"/>
              <a:t>单击此处编辑母版标题样式</a:t>
            </a:r>
          </a:p>
        </p:txBody>
      </p:sp>
      <p:sp>
        <p:nvSpPr>
          <p:cNvPr id="3" name="副标题 2"/>
          <p:cNvSpPr>
            <a:spLocks noGrp="1"/>
          </p:cNvSpPr>
          <p:nvPr>
            <p:ph type="subTitle" idx="1"/>
          </p:nvPr>
        </p:nvSpPr>
        <p:spPr>
          <a:xfrm>
            <a:off x="1371600" y="2914650"/>
            <a:ext cx="6400800" cy="131445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a:t>单击此处编辑母版副标题样式</a:t>
            </a:r>
          </a:p>
        </p:txBody>
      </p:sp>
      <p:sp>
        <p:nvSpPr>
          <p:cNvPr id="4" name="Date Placeholder 3"/>
          <p:cNvSpPr>
            <a:spLocks noGrp="1"/>
          </p:cNvSpPr>
          <p:nvPr>
            <p:ph type="dt" sz="half" idx="10"/>
          </p:nvPr>
        </p:nvSpPr>
        <p:spPr/>
        <p:txBody>
          <a:bodyPr/>
          <a:lstStyle/>
          <a:p>
            <a:pPr marL="0" marR="0" lvl="0" indent="0" algn="l" defTabSz="6858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0">
              <a:ln>
                <a:noFill/>
              </a:ln>
              <a:solidFill>
                <a:srgbClr val="898989"/>
              </a:solidFill>
              <a:effectLst/>
              <a:uLnTx/>
              <a:uFillTx/>
              <a:latin typeface="Calibri" panose="020F0502020204030204" pitchFamily="34" charset="0"/>
              <a:ea typeface="Microsoft YaHei" panose="020B0503020204020204" pitchFamily="34" charset="-122"/>
              <a:cs typeface="+mn-cs"/>
            </a:endParaRPr>
          </a:p>
        </p:txBody>
      </p:sp>
      <p:sp>
        <p:nvSpPr>
          <p:cNvPr id="5" name="Footer Placeholder 4"/>
          <p:cNvSpPr>
            <a:spLocks noGrp="1"/>
          </p:cNvSpPr>
          <p:nvPr>
            <p:ph type="ftr" sz="quarter" idx="11"/>
          </p:nvPr>
        </p:nvSpPr>
        <p:spPr/>
        <p:txBody>
          <a:bodyPr/>
          <a:lstStyle/>
          <a:p>
            <a:pPr marL="0" marR="0" lvl="0" indent="0" algn="ctr" defTabSz="6858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0">
              <a:ln>
                <a:noFill/>
              </a:ln>
              <a:solidFill>
                <a:srgbClr val="898989"/>
              </a:solidFill>
              <a:effectLst/>
              <a:uLnTx/>
              <a:uFillTx/>
              <a:latin typeface="Calibri" panose="020F0502020204030204" pitchFamily="34" charset="0"/>
              <a:ea typeface="Microsoft YaHei" panose="020B0503020204020204" pitchFamily="34" charset="-122"/>
              <a:cs typeface="+mn-cs"/>
            </a:endParaRPr>
          </a:p>
        </p:txBody>
      </p:sp>
      <p:sp>
        <p:nvSpPr>
          <p:cNvPr id="6" name="Slide Number Placeholder 5"/>
          <p:cNvSpPr>
            <a:spLocks noGrp="1"/>
          </p:cNvSpPr>
          <p:nvPr>
            <p:ph type="sldNum" sz="quarter" idx="12"/>
          </p:nvPr>
        </p:nvSpPr>
        <p:spPr/>
        <p:txBody>
          <a:bodyPr/>
          <a:lstStyle/>
          <a:p>
            <a:pPr lvl="0" eaLnBrk="1" fontAlgn="base" hangingPunct="1"/>
            <a:fld id="{9A0DB2DC-4C9A-4742-B13C-FB6460FD3503}" type="slidenum">
              <a:rPr lang="zh-CN" altLang="en-US" strike="noStrike" noProof="1" dirty="0">
                <a:latin typeface="Calibri" panose="020F0502020204030204" pitchFamily="34" charset="0"/>
                <a:ea typeface="Microsoft YaHei" panose="020B0503020204020204" pitchFamily="34" charset="-122"/>
                <a:cs typeface="+mn-cs"/>
              </a:rPr>
              <a:t>‹#›</a:t>
            </a:fld>
            <a:endParaRPr lang="zh-CN" altLang="en-US" strike="noStrike" noProof="1">
              <a:latin typeface="Calibri" panose="020F0502020204030204" pitchFamily="34" charset="0"/>
            </a:endParaRPr>
          </a:p>
        </p:txBody>
      </p:sp>
    </p:spTree>
  </p:cSld>
  <p:clrMapOvr>
    <a:masterClrMapping/>
  </p:clrMapOvr>
  <p:transition spd="slow">
    <p:push/>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a:xfrm>
            <a:off x="457200" y="1200150"/>
            <a:ext cx="8229600" cy="3394075"/>
          </a:xfrm>
          <a:prstGeom prst="rect">
            <a:avLst/>
          </a:prstGeo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Date Placeholder 3"/>
          <p:cNvSpPr>
            <a:spLocks noGrp="1"/>
          </p:cNvSpPr>
          <p:nvPr>
            <p:ph type="dt" sz="half" idx="10"/>
          </p:nvPr>
        </p:nvSpPr>
        <p:spPr/>
        <p:txBody>
          <a:bodyPr/>
          <a:lstStyle/>
          <a:p>
            <a:pPr marL="0" marR="0" lvl="0" indent="0" algn="l" defTabSz="6858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0">
              <a:ln>
                <a:noFill/>
              </a:ln>
              <a:solidFill>
                <a:srgbClr val="898989"/>
              </a:solidFill>
              <a:effectLst/>
              <a:uLnTx/>
              <a:uFillTx/>
              <a:latin typeface="Calibri" panose="020F0502020204030204" pitchFamily="34" charset="0"/>
              <a:ea typeface="Microsoft YaHei" panose="020B0503020204020204" pitchFamily="34" charset="-122"/>
              <a:cs typeface="+mn-cs"/>
            </a:endParaRPr>
          </a:p>
        </p:txBody>
      </p:sp>
      <p:sp>
        <p:nvSpPr>
          <p:cNvPr id="5" name="Footer Placeholder 4"/>
          <p:cNvSpPr>
            <a:spLocks noGrp="1"/>
          </p:cNvSpPr>
          <p:nvPr>
            <p:ph type="ftr" sz="quarter" idx="11"/>
          </p:nvPr>
        </p:nvSpPr>
        <p:spPr/>
        <p:txBody>
          <a:bodyPr/>
          <a:lstStyle/>
          <a:p>
            <a:pPr marL="0" marR="0" lvl="0" indent="0" algn="ctr" defTabSz="6858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0">
              <a:ln>
                <a:noFill/>
              </a:ln>
              <a:solidFill>
                <a:srgbClr val="898989"/>
              </a:solidFill>
              <a:effectLst/>
              <a:uLnTx/>
              <a:uFillTx/>
              <a:latin typeface="Calibri" panose="020F0502020204030204" pitchFamily="34" charset="0"/>
              <a:ea typeface="Microsoft YaHei" panose="020B0503020204020204" pitchFamily="34" charset="-122"/>
              <a:cs typeface="+mn-cs"/>
            </a:endParaRPr>
          </a:p>
        </p:txBody>
      </p:sp>
      <p:sp>
        <p:nvSpPr>
          <p:cNvPr id="6" name="Slide Number Placeholder 5"/>
          <p:cNvSpPr>
            <a:spLocks noGrp="1"/>
          </p:cNvSpPr>
          <p:nvPr>
            <p:ph type="sldNum" sz="quarter" idx="12"/>
          </p:nvPr>
        </p:nvSpPr>
        <p:spPr/>
        <p:txBody>
          <a:bodyPr/>
          <a:lstStyle/>
          <a:p>
            <a:pPr lvl="0" eaLnBrk="1" fontAlgn="base" hangingPunct="1"/>
            <a:fld id="{9A0DB2DC-4C9A-4742-B13C-FB6460FD3503}" type="slidenum">
              <a:rPr lang="zh-CN" altLang="en-US" strike="noStrike" noProof="1" dirty="0">
                <a:latin typeface="Calibri" panose="020F0502020204030204" pitchFamily="34" charset="0"/>
                <a:ea typeface="Microsoft YaHei" panose="020B0503020204020204" pitchFamily="34" charset="-122"/>
                <a:cs typeface="+mn-cs"/>
              </a:rPr>
              <a:t>‹#›</a:t>
            </a:fld>
            <a:endParaRPr lang="zh-CN" altLang="en-US" strike="noStrike" noProof="1">
              <a:latin typeface="Calibri" panose="020F0502020204030204" pitchFamily="34" charset="0"/>
            </a:endParaRPr>
          </a:p>
        </p:txBody>
      </p:sp>
    </p:spTree>
  </p:cSld>
  <p:clrMapOvr>
    <a:masterClrMapping/>
  </p:clrMapOvr>
  <p:transition spd="slow">
    <p:push/>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5"/>
            <a:ext cx="7772400" cy="1022350"/>
          </a:xfrm>
          <a:prstGeom prst="rect">
            <a:avLst/>
          </a:prstGeom>
        </p:spPr>
        <p:txBody>
          <a:bodyPr anchor="t"/>
          <a:lstStyle>
            <a:lvl1pPr algn="l">
              <a:defRPr sz="40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722313" y="2179638"/>
            <a:ext cx="7772400" cy="112553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p>
        </p:txBody>
      </p:sp>
      <p:sp>
        <p:nvSpPr>
          <p:cNvPr id="4" name="Date Placeholder 3"/>
          <p:cNvSpPr>
            <a:spLocks noGrp="1"/>
          </p:cNvSpPr>
          <p:nvPr>
            <p:ph type="dt" sz="half" idx="10"/>
          </p:nvPr>
        </p:nvSpPr>
        <p:spPr/>
        <p:txBody>
          <a:bodyPr/>
          <a:lstStyle/>
          <a:p>
            <a:pPr marL="0" marR="0" lvl="0" indent="0" algn="l" defTabSz="6858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0">
              <a:ln>
                <a:noFill/>
              </a:ln>
              <a:solidFill>
                <a:srgbClr val="898989"/>
              </a:solidFill>
              <a:effectLst/>
              <a:uLnTx/>
              <a:uFillTx/>
              <a:latin typeface="Calibri" panose="020F0502020204030204" pitchFamily="34" charset="0"/>
              <a:ea typeface="Microsoft YaHei" panose="020B0503020204020204" pitchFamily="34" charset="-122"/>
              <a:cs typeface="+mn-cs"/>
            </a:endParaRPr>
          </a:p>
        </p:txBody>
      </p:sp>
      <p:sp>
        <p:nvSpPr>
          <p:cNvPr id="5" name="Footer Placeholder 4"/>
          <p:cNvSpPr>
            <a:spLocks noGrp="1"/>
          </p:cNvSpPr>
          <p:nvPr>
            <p:ph type="ftr" sz="quarter" idx="11"/>
          </p:nvPr>
        </p:nvSpPr>
        <p:spPr/>
        <p:txBody>
          <a:bodyPr/>
          <a:lstStyle/>
          <a:p>
            <a:pPr marL="0" marR="0" lvl="0" indent="0" algn="ctr" defTabSz="6858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0">
              <a:ln>
                <a:noFill/>
              </a:ln>
              <a:solidFill>
                <a:srgbClr val="898989"/>
              </a:solidFill>
              <a:effectLst/>
              <a:uLnTx/>
              <a:uFillTx/>
              <a:latin typeface="Calibri" panose="020F0502020204030204" pitchFamily="34" charset="0"/>
              <a:ea typeface="Microsoft YaHei" panose="020B0503020204020204" pitchFamily="34" charset="-122"/>
              <a:cs typeface="+mn-cs"/>
            </a:endParaRPr>
          </a:p>
        </p:txBody>
      </p:sp>
      <p:sp>
        <p:nvSpPr>
          <p:cNvPr id="6" name="Slide Number Placeholder 5"/>
          <p:cNvSpPr>
            <a:spLocks noGrp="1"/>
          </p:cNvSpPr>
          <p:nvPr>
            <p:ph type="sldNum" sz="quarter" idx="12"/>
          </p:nvPr>
        </p:nvSpPr>
        <p:spPr/>
        <p:txBody>
          <a:bodyPr/>
          <a:lstStyle/>
          <a:p>
            <a:pPr lvl="0" eaLnBrk="1" fontAlgn="base" hangingPunct="1"/>
            <a:fld id="{9A0DB2DC-4C9A-4742-B13C-FB6460FD3503}" type="slidenum">
              <a:rPr lang="zh-CN" altLang="en-US" strike="noStrike" noProof="1" dirty="0">
                <a:latin typeface="Calibri" panose="020F0502020204030204" pitchFamily="34" charset="0"/>
                <a:ea typeface="Microsoft YaHei" panose="020B0503020204020204" pitchFamily="34" charset="-122"/>
                <a:cs typeface="+mn-cs"/>
              </a:rPr>
              <a:t>‹#›</a:t>
            </a:fld>
            <a:endParaRPr lang="zh-CN" altLang="en-US" strike="noStrike" noProof="1">
              <a:latin typeface="Calibri" panose="020F0502020204030204" pitchFamily="34" charset="0"/>
            </a:endParaRPr>
          </a:p>
        </p:txBody>
      </p:sp>
    </p:spTree>
  </p:cSld>
  <p:clrMapOvr>
    <a:masterClrMapping/>
  </p:clrMapOvr>
  <p:transition spd="slow">
    <p:push/>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457200" y="1200150"/>
            <a:ext cx="4038600" cy="339407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48200" y="1200150"/>
            <a:ext cx="4038600" cy="339407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Date Placeholder 4"/>
          <p:cNvSpPr>
            <a:spLocks noGrp="1"/>
          </p:cNvSpPr>
          <p:nvPr>
            <p:ph type="dt" sz="half" idx="10"/>
          </p:nvPr>
        </p:nvSpPr>
        <p:spPr/>
        <p:txBody>
          <a:bodyPr/>
          <a:lstStyle/>
          <a:p>
            <a:pPr marL="0" marR="0" lvl="0" indent="0" algn="l" defTabSz="6858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0">
              <a:ln>
                <a:noFill/>
              </a:ln>
              <a:solidFill>
                <a:srgbClr val="898989"/>
              </a:solidFill>
              <a:effectLst/>
              <a:uLnTx/>
              <a:uFillTx/>
              <a:latin typeface="Calibri" panose="020F0502020204030204" pitchFamily="34" charset="0"/>
              <a:ea typeface="Microsoft YaHei" panose="020B0503020204020204" pitchFamily="34" charset="-122"/>
              <a:cs typeface="+mn-cs"/>
            </a:endParaRPr>
          </a:p>
        </p:txBody>
      </p:sp>
      <p:sp>
        <p:nvSpPr>
          <p:cNvPr id="6" name="Footer Placeholder 5"/>
          <p:cNvSpPr>
            <a:spLocks noGrp="1"/>
          </p:cNvSpPr>
          <p:nvPr>
            <p:ph type="ftr" sz="quarter" idx="11"/>
          </p:nvPr>
        </p:nvSpPr>
        <p:spPr/>
        <p:txBody>
          <a:bodyPr/>
          <a:lstStyle/>
          <a:p>
            <a:pPr marL="0" marR="0" lvl="0" indent="0" algn="ctr" defTabSz="6858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0">
              <a:ln>
                <a:noFill/>
              </a:ln>
              <a:solidFill>
                <a:srgbClr val="898989"/>
              </a:solidFill>
              <a:effectLst/>
              <a:uLnTx/>
              <a:uFillTx/>
              <a:latin typeface="Calibri" panose="020F0502020204030204" pitchFamily="34" charset="0"/>
              <a:ea typeface="Microsoft YaHei" panose="020B0503020204020204" pitchFamily="34" charset="-122"/>
              <a:cs typeface="+mn-cs"/>
            </a:endParaRPr>
          </a:p>
        </p:txBody>
      </p:sp>
      <p:sp>
        <p:nvSpPr>
          <p:cNvPr id="7" name="Slide Number Placeholder 6"/>
          <p:cNvSpPr>
            <a:spLocks noGrp="1"/>
          </p:cNvSpPr>
          <p:nvPr>
            <p:ph type="sldNum" sz="quarter" idx="12"/>
          </p:nvPr>
        </p:nvSpPr>
        <p:spPr/>
        <p:txBody>
          <a:bodyPr/>
          <a:lstStyle/>
          <a:p>
            <a:pPr lvl="0" eaLnBrk="1" fontAlgn="base" hangingPunct="1"/>
            <a:fld id="{9A0DB2DC-4C9A-4742-B13C-FB6460FD3503}" type="slidenum">
              <a:rPr lang="zh-CN" altLang="en-US" strike="noStrike" noProof="1" dirty="0">
                <a:latin typeface="Calibri" panose="020F0502020204030204" pitchFamily="34" charset="0"/>
                <a:ea typeface="Microsoft YaHei" panose="020B0503020204020204" pitchFamily="34" charset="-122"/>
                <a:cs typeface="+mn-cs"/>
              </a:rPr>
              <a:t>‹#›</a:t>
            </a:fld>
            <a:endParaRPr lang="zh-CN" altLang="en-US" strike="noStrike" noProof="1">
              <a:latin typeface="Calibri" panose="020F0502020204030204" pitchFamily="34" charset="0"/>
            </a:endParaRPr>
          </a:p>
        </p:txBody>
      </p:sp>
    </p:spTree>
  </p:cSld>
  <p:clrMapOvr>
    <a:masterClrMapping/>
  </p:clrMapOvr>
  <p:transition spd="slow">
    <p:push/>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lvl1pPr>
              <a:defRPr/>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457200" y="1150938"/>
            <a:ext cx="4040188" cy="4810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457200" y="1631950"/>
            <a:ext cx="4040188" cy="29622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45025" y="1150938"/>
            <a:ext cx="4041775" cy="4810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45025" y="1631950"/>
            <a:ext cx="4041775" cy="29622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Date Placeholder 6"/>
          <p:cNvSpPr>
            <a:spLocks noGrp="1"/>
          </p:cNvSpPr>
          <p:nvPr>
            <p:ph type="dt" sz="half" idx="10"/>
          </p:nvPr>
        </p:nvSpPr>
        <p:spPr/>
        <p:txBody>
          <a:bodyPr/>
          <a:lstStyle/>
          <a:p>
            <a:pPr marL="0" marR="0" lvl="0" indent="0" algn="l" defTabSz="6858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0">
              <a:ln>
                <a:noFill/>
              </a:ln>
              <a:solidFill>
                <a:srgbClr val="898989"/>
              </a:solidFill>
              <a:effectLst/>
              <a:uLnTx/>
              <a:uFillTx/>
              <a:latin typeface="Calibri" panose="020F0502020204030204" pitchFamily="34" charset="0"/>
              <a:ea typeface="Microsoft YaHei" panose="020B0503020204020204" pitchFamily="34" charset="-122"/>
              <a:cs typeface="+mn-cs"/>
            </a:endParaRPr>
          </a:p>
        </p:txBody>
      </p:sp>
      <p:sp>
        <p:nvSpPr>
          <p:cNvPr id="8" name="Footer Placeholder 7"/>
          <p:cNvSpPr>
            <a:spLocks noGrp="1"/>
          </p:cNvSpPr>
          <p:nvPr>
            <p:ph type="ftr" sz="quarter" idx="11"/>
          </p:nvPr>
        </p:nvSpPr>
        <p:spPr/>
        <p:txBody>
          <a:bodyPr/>
          <a:lstStyle/>
          <a:p>
            <a:pPr marL="0" marR="0" lvl="0" indent="0" algn="ctr" defTabSz="6858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0">
              <a:ln>
                <a:noFill/>
              </a:ln>
              <a:solidFill>
                <a:srgbClr val="898989"/>
              </a:solidFill>
              <a:effectLst/>
              <a:uLnTx/>
              <a:uFillTx/>
              <a:latin typeface="Calibri" panose="020F0502020204030204" pitchFamily="34" charset="0"/>
              <a:ea typeface="Microsoft YaHei" panose="020B0503020204020204" pitchFamily="34" charset="-122"/>
              <a:cs typeface="+mn-cs"/>
            </a:endParaRPr>
          </a:p>
        </p:txBody>
      </p:sp>
      <p:sp>
        <p:nvSpPr>
          <p:cNvPr id="9" name="Slide Number Placeholder 8"/>
          <p:cNvSpPr>
            <a:spLocks noGrp="1"/>
          </p:cNvSpPr>
          <p:nvPr>
            <p:ph type="sldNum" sz="quarter" idx="12"/>
          </p:nvPr>
        </p:nvSpPr>
        <p:spPr/>
        <p:txBody>
          <a:bodyPr/>
          <a:lstStyle/>
          <a:p>
            <a:pPr lvl="0" eaLnBrk="1" fontAlgn="base" hangingPunct="1"/>
            <a:fld id="{9A0DB2DC-4C9A-4742-B13C-FB6460FD3503}" type="slidenum">
              <a:rPr lang="zh-CN" altLang="en-US" strike="noStrike" noProof="1" dirty="0">
                <a:latin typeface="Calibri" panose="020F0502020204030204" pitchFamily="34" charset="0"/>
                <a:ea typeface="Microsoft YaHei" panose="020B0503020204020204" pitchFamily="34" charset="-122"/>
                <a:cs typeface="+mn-cs"/>
              </a:rPr>
              <a:t>‹#›</a:t>
            </a:fld>
            <a:endParaRPr lang="zh-CN" altLang="en-US" strike="noStrike" noProof="1">
              <a:latin typeface="Calibri" panose="020F0502020204030204" pitchFamily="34" charset="0"/>
            </a:endParaRPr>
          </a:p>
        </p:txBody>
      </p:sp>
    </p:spTree>
  </p:cSld>
  <p:clrMapOvr>
    <a:masterClrMapping/>
  </p:clrMapOvr>
  <p:transition spd="slow">
    <p:push/>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pPr fontAlgn="base"/>
            <a:r>
              <a:rPr lang="zh-CN" altLang="en-US" strike="noStrike" noProof="1"/>
              <a:t>单击此处编辑母版标题样式</a:t>
            </a:r>
          </a:p>
        </p:txBody>
      </p:sp>
      <p:sp>
        <p:nvSpPr>
          <p:cNvPr id="3" name="Date Placeholder 2"/>
          <p:cNvSpPr>
            <a:spLocks noGrp="1"/>
          </p:cNvSpPr>
          <p:nvPr>
            <p:ph type="dt" sz="half" idx="10"/>
          </p:nvPr>
        </p:nvSpPr>
        <p:spPr/>
        <p:txBody>
          <a:bodyPr/>
          <a:lstStyle/>
          <a:p>
            <a:pPr marL="0" marR="0" lvl="0" indent="0" algn="l" defTabSz="6858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0">
              <a:ln>
                <a:noFill/>
              </a:ln>
              <a:solidFill>
                <a:srgbClr val="898989"/>
              </a:solidFill>
              <a:effectLst/>
              <a:uLnTx/>
              <a:uFillTx/>
              <a:latin typeface="Calibri" panose="020F0502020204030204" pitchFamily="34" charset="0"/>
              <a:ea typeface="Microsoft YaHei" panose="020B0503020204020204" pitchFamily="34" charset="-122"/>
              <a:cs typeface="+mn-cs"/>
            </a:endParaRPr>
          </a:p>
        </p:txBody>
      </p:sp>
      <p:sp>
        <p:nvSpPr>
          <p:cNvPr id="4" name="Footer Placeholder 3"/>
          <p:cNvSpPr>
            <a:spLocks noGrp="1"/>
          </p:cNvSpPr>
          <p:nvPr>
            <p:ph type="ftr" sz="quarter" idx="11"/>
          </p:nvPr>
        </p:nvSpPr>
        <p:spPr/>
        <p:txBody>
          <a:bodyPr/>
          <a:lstStyle/>
          <a:p>
            <a:pPr marL="0" marR="0" lvl="0" indent="0" algn="ctr" defTabSz="6858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0">
              <a:ln>
                <a:noFill/>
              </a:ln>
              <a:solidFill>
                <a:srgbClr val="898989"/>
              </a:solidFill>
              <a:effectLst/>
              <a:uLnTx/>
              <a:uFillTx/>
              <a:latin typeface="Calibri" panose="020F0502020204030204" pitchFamily="34" charset="0"/>
              <a:ea typeface="Microsoft YaHei" panose="020B0503020204020204" pitchFamily="34" charset="-122"/>
              <a:cs typeface="+mn-cs"/>
            </a:endParaRPr>
          </a:p>
        </p:txBody>
      </p:sp>
      <p:sp>
        <p:nvSpPr>
          <p:cNvPr id="5" name="Slide Number Placeholder 4"/>
          <p:cNvSpPr>
            <a:spLocks noGrp="1"/>
          </p:cNvSpPr>
          <p:nvPr>
            <p:ph type="sldNum" sz="quarter" idx="12"/>
          </p:nvPr>
        </p:nvSpPr>
        <p:spPr/>
        <p:txBody>
          <a:bodyPr/>
          <a:lstStyle/>
          <a:p>
            <a:pPr lvl="0" eaLnBrk="1" fontAlgn="base" hangingPunct="1"/>
            <a:fld id="{9A0DB2DC-4C9A-4742-B13C-FB6460FD3503}" type="slidenum">
              <a:rPr lang="zh-CN" altLang="en-US" strike="noStrike" noProof="1" dirty="0">
                <a:latin typeface="Calibri" panose="020F0502020204030204" pitchFamily="34" charset="0"/>
                <a:ea typeface="Microsoft YaHei" panose="020B0503020204020204" pitchFamily="34" charset="-122"/>
                <a:cs typeface="+mn-cs"/>
              </a:rPr>
              <a:t>‹#›</a:t>
            </a:fld>
            <a:endParaRPr lang="zh-CN" altLang="en-US" strike="noStrike" noProof="1">
              <a:latin typeface="Calibri" panose="020F0502020204030204" pitchFamily="34" charset="0"/>
            </a:endParaRPr>
          </a:p>
        </p:txBody>
      </p:sp>
    </p:spTree>
  </p:cSld>
  <p:clrMapOvr>
    <a:masterClrMapping/>
  </p:clrMapOvr>
  <p:transition spd="slow">
    <p:push/>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6858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0">
              <a:ln>
                <a:noFill/>
              </a:ln>
              <a:solidFill>
                <a:srgbClr val="898989"/>
              </a:solidFill>
              <a:effectLst/>
              <a:uLnTx/>
              <a:uFillTx/>
              <a:latin typeface="Calibri" panose="020F0502020204030204" pitchFamily="34" charset="0"/>
              <a:ea typeface="Microsoft YaHei" panose="020B0503020204020204" pitchFamily="34" charset="-122"/>
              <a:cs typeface="+mn-cs"/>
            </a:endParaRPr>
          </a:p>
        </p:txBody>
      </p:sp>
      <p:sp>
        <p:nvSpPr>
          <p:cNvPr id="3" name="Footer Placeholder 2"/>
          <p:cNvSpPr>
            <a:spLocks noGrp="1"/>
          </p:cNvSpPr>
          <p:nvPr>
            <p:ph type="ftr" sz="quarter" idx="11"/>
          </p:nvPr>
        </p:nvSpPr>
        <p:spPr/>
        <p:txBody>
          <a:bodyPr/>
          <a:lstStyle/>
          <a:p>
            <a:pPr marL="0" marR="0" lvl="0" indent="0" algn="ctr" defTabSz="6858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0">
              <a:ln>
                <a:noFill/>
              </a:ln>
              <a:solidFill>
                <a:srgbClr val="898989"/>
              </a:solidFill>
              <a:effectLst/>
              <a:uLnTx/>
              <a:uFillTx/>
              <a:latin typeface="Calibri" panose="020F0502020204030204" pitchFamily="34" charset="0"/>
              <a:ea typeface="Microsoft YaHei" panose="020B0503020204020204" pitchFamily="34" charset="-122"/>
              <a:cs typeface="+mn-cs"/>
            </a:endParaRPr>
          </a:p>
        </p:txBody>
      </p:sp>
      <p:sp>
        <p:nvSpPr>
          <p:cNvPr id="4" name="Slide Number Placeholder 3"/>
          <p:cNvSpPr>
            <a:spLocks noGrp="1"/>
          </p:cNvSpPr>
          <p:nvPr>
            <p:ph type="sldNum" sz="quarter" idx="12"/>
          </p:nvPr>
        </p:nvSpPr>
        <p:spPr/>
        <p:txBody>
          <a:bodyPr/>
          <a:lstStyle/>
          <a:p>
            <a:pPr lvl="0" eaLnBrk="1" fontAlgn="base" hangingPunct="1"/>
            <a:fld id="{9A0DB2DC-4C9A-4742-B13C-FB6460FD3503}" type="slidenum">
              <a:rPr lang="zh-CN" altLang="en-US" strike="noStrike" noProof="1" dirty="0">
                <a:latin typeface="Calibri" panose="020F0502020204030204" pitchFamily="34" charset="0"/>
                <a:ea typeface="Microsoft YaHei" panose="020B0503020204020204" pitchFamily="34" charset="-122"/>
                <a:cs typeface="+mn-cs"/>
              </a:rPr>
              <a:t>‹#›</a:t>
            </a:fld>
            <a:endParaRPr lang="zh-CN" altLang="en-US" strike="noStrike" noProof="1">
              <a:latin typeface="Calibri" panose="020F0502020204030204" pitchFamily="34" charset="0"/>
            </a:endParaRPr>
          </a:p>
        </p:txBody>
      </p:sp>
    </p:spTree>
  </p:cSld>
  <p:clrMapOvr>
    <a:masterClrMapping/>
  </p:clrMapOvr>
  <p:transition spd="slow">
    <p:push/>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4788"/>
            <a:ext cx="3008313" cy="871537"/>
          </a:xfrm>
          <a:prstGeom prst="rect">
            <a:avLst/>
          </a:prstGeom>
        </p:spPr>
        <p:txBody>
          <a:bodyPr anchor="b"/>
          <a:lstStyle>
            <a:lvl1pPr algn="l">
              <a:defRPr sz="2000" b="1"/>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575050" y="204788"/>
            <a:ext cx="5111750" cy="4389437"/>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457200" y="1076325"/>
            <a:ext cx="3008313" cy="3517900"/>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Date Placeholder 4"/>
          <p:cNvSpPr>
            <a:spLocks noGrp="1"/>
          </p:cNvSpPr>
          <p:nvPr>
            <p:ph type="dt" sz="half" idx="10"/>
          </p:nvPr>
        </p:nvSpPr>
        <p:spPr/>
        <p:txBody>
          <a:bodyPr/>
          <a:lstStyle/>
          <a:p>
            <a:pPr marL="0" marR="0" lvl="0" indent="0" algn="l" defTabSz="6858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0">
              <a:ln>
                <a:noFill/>
              </a:ln>
              <a:solidFill>
                <a:srgbClr val="898989"/>
              </a:solidFill>
              <a:effectLst/>
              <a:uLnTx/>
              <a:uFillTx/>
              <a:latin typeface="Calibri" panose="020F0502020204030204" pitchFamily="34" charset="0"/>
              <a:ea typeface="Microsoft YaHei" panose="020B0503020204020204" pitchFamily="34" charset="-122"/>
              <a:cs typeface="+mn-cs"/>
            </a:endParaRPr>
          </a:p>
        </p:txBody>
      </p:sp>
      <p:sp>
        <p:nvSpPr>
          <p:cNvPr id="6" name="Footer Placeholder 5"/>
          <p:cNvSpPr>
            <a:spLocks noGrp="1"/>
          </p:cNvSpPr>
          <p:nvPr>
            <p:ph type="ftr" sz="quarter" idx="11"/>
          </p:nvPr>
        </p:nvSpPr>
        <p:spPr/>
        <p:txBody>
          <a:bodyPr/>
          <a:lstStyle/>
          <a:p>
            <a:pPr marL="0" marR="0" lvl="0" indent="0" algn="ctr" defTabSz="6858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0">
              <a:ln>
                <a:noFill/>
              </a:ln>
              <a:solidFill>
                <a:srgbClr val="898989"/>
              </a:solidFill>
              <a:effectLst/>
              <a:uLnTx/>
              <a:uFillTx/>
              <a:latin typeface="Calibri" panose="020F0502020204030204" pitchFamily="34" charset="0"/>
              <a:ea typeface="Microsoft YaHei" panose="020B0503020204020204" pitchFamily="34" charset="-122"/>
              <a:cs typeface="+mn-cs"/>
            </a:endParaRPr>
          </a:p>
        </p:txBody>
      </p:sp>
      <p:sp>
        <p:nvSpPr>
          <p:cNvPr id="7" name="Slide Number Placeholder 6"/>
          <p:cNvSpPr>
            <a:spLocks noGrp="1"/>
          </p:cNvSpPr>
          <p:nvPr>
            <p:ph type="sldNum" sz="quarter" idx="12"/>
          </p:nvPr>
        </p:nvSpPr>
        <p:spPr/>
        <p:txBody>
          <a:bodyPr/>
          <a:lstStyle/>
          <a:p>
            <a:pPr lvl="0" eaLnBrk="1" fontAlgn="base" hangingPunct="1"/>
            <a:fld id="{9A0DB2DC-4C9A-4742-B13C-FB6460FD3503}" type="slidenum">
              <a:rPr lang="zh-CN" altLang="en-US" strike="noStrike" noProof="1" dirty="0">
                <a:latin typeface="Calibri" panose="020F0502020204030204" pitchFamily="34" charset="0"/>
                <a:ea typeface="Microsoft YaHei" panose="020B0503020204020204" pitchFamily="34" charset="-122"/>
                <a:cs typeface="+mn-cs"/>
              </a:rPr>
              <a:t>‹#›</a:t>
            </a:fld>
            <a:endParaRPr lang="zh-CN" altLang="en-US" strike="noStrike" noProof="1">
              <a:latin typeface="Calibri" panose="020F0502020204030204" pitchFamily="34" charset="0"/>
            </a:endParaRPr>
          </a:p>
        </p:txBody>
      </p:sp>
    </p:spTree>
  </p:cSld>
  <p:clrMapOvr>
    <a:masterClrMapping/>
  </p:clrMapOvr>
  <p:transition spd="slow">
    <p:push/>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450"/>
          </a:xfrm>
          <a:prstGeom prst="rect">
            <a:avLst/>
          </a:prstGeom>
        </p:spPr>
        <p:txBody>
          <a:bodyPr anchor="b"/>
          <a:lstStyle>
            <a:lvl1pPr algn="l">
              <a:defRPr sz="2000" b="1"/>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1792288" y="460375"/>
            <a:ext cx="5486400" cy="30861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1" fontAlgn="base" latinLnBrk="0" hangingPunct="1">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4025900"/>
            <a:ext cx="5486400" cy="603250"/>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Date Placeholder 4"/>
          <p:cNvSpPr>
            <a:spLocks noGrp="1"/>
          </p:cNvSpPr>
          <p:nvPr>
            <p:ph type="dt" sz="half" idx="10"/>
          </p:nvPr>
        </p:nvSpPr>
        <p:spPr/>
        <p:txBody>
          <a:bodyPr/>
          <a:lstStyle/>
          <a:p>
            <a:pPr marL="0" marR="0" lvl="0" indent="0" algn="l" defTabSz="6858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0">
              <a:ln>
                <a:noFill/>
              </a:ln>
              <a:solidFill>
                <a:srgbClr val="898989"/>
              </a:solidFill>
              <a:effectLst/>
              <a:uLnTx/>
              <a:uFillTx/>
              <a:latin typeface="Calibri" panose="020F0502020204030204" pitchFamily="34" charset="0"/>
              <a:ea typeface="Microsoft YaHei" panose="020B0503020204020204" pitchFamily="34" charset="-122"/>
              <a:cs typeface="+mn-cs"/>
            </a:endParaRPr>
          </a:p>
        </p:txBody>
      </p:sp>
      <p:sp>
        <p:nvSpPr>
          <p:cNvPr id="6" name="Footer Placeholder 5"/>
          <p:cNvSpPr>
            <a:spLocks noGrp="1"/>
          </p:cNvSpPr>
          <p:nvPr>
            <p:ph type="ftr" sz="quarter" idx="11"/>
          </p:nvPr>
        </p:nvSpPr>
        <p:spPr/>
        <p:txBody>
          <a:bodyPr/>
          <a:lstStyle/>
          <a:p>
            <a:pPr marL="0" marR="0" lvl="0" indent="0" algn="ctr" defTabSz="6858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0">
              <a:ln>
                <a:noFill/>
              </a:ln>
              <a:solidFill>
                <a:srgbClr val="898989"/>
              </a:solidFill>
              <a:effectLst/>
              <a:uLnTx/>
              <a:uFillTx/>
              <a:latin typeface="Calibri" panose="020F0502020204030204" pitchFamily="34" charset="0"/>
              <a:ea typeface="Microsoft YaHei" panose="020B0503020204020204" pitchFamily="34" charset="-122"/>
              <a:cs typeface="+mn-cs"/>
            </a:endParaRPr>
          </a:p>
        </p:txBody>
      </p:sp>
      <p:sp>
        <p:nvSpPr>
          <p:cNvPr id="7" name="Slide Number Placeholder 6"/>
          <p:cNvSpPr>
            <a:spLocks noGrp="1"/>
          </p:cNvSpPr>
          <p:nvPr>
            <p:ph type="sldNum" sz="quarter" idx="12"/>
          </p:nvPr>
        </p:nvSpPr>
        <p:spPr/>
        <p:txBody>
          <a:bodyPr/>
          <a:lstStyle/>
          <a:p>
            <a:pPr lvl="0" eaLnBrk="1" fontAlgn="base" hangingPunct="1"/>
            <a:fld id="{9A0DB2DC-4C9A-4742-B13C-FB6460FD3503}" type="slidenum">
              <a:rPr lang="zh-CN" altLang="en-US" strike="noStrike" noProof="1" dirty="0">
                <a:latin typeface="Calibri" panose="020F0502020204030204" pitchFamily="34" charset="0"/>
                <a:ea typeface="Microsoft YaHei" panose="020B0503020204020204" pitchFamily="34" charset="-122"/>
                <a:cs typeface="+mn-cs"/>
              </a:rPr>
              <a:t>‹#›</a:t>
            </a:fld>
            <a:endParaRPr lang="zh-CN" altLang="en-US" strike="noStrike" noProof="1">
              <a:latin typeface="Calibri" panose="020F0502020204030204" pitchFamily="34" charset="0"/>
            </a:endParaRPr>
          </a:p>
        </p:txBody>
      </p:sp>
    </p:spTree>
  </p:cSld>
  <p:clrMapOvr>
    <a:masterClrMapping/>
  </p:clrMapOvr>
  <p:transition spd="slow">
    <p:push/>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457200" y="1200150"/>
            <a:ext cx="8229600" cy="3394075"/>
          </a:xfrm>
          <a:prstGeom prst="rect">
            <a:avLst/>
          </a:prstGeo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Date Placeholder 3"/>
          <p:cNvSpPr>
            <a:spLocks noGrp="1"/>
          </p:cNvSpPr>
          <p:nvPr>
            <p:ph type="dt" sz="half" idx="10"/>
          </p:nvPr>
        </p:nvSpPr>
        <p:spPr/>
        <p:txBody>
          <a:bodyPr/>
          <a:lstStyle/>
          <a:p>
            <a:pPr marL="0" marR="0" lvl="0" indent="0" algn="l" defTabSz="6858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0">
              <a:ln>
                <a:noFill/>
              </a:ln>
              <a:solidFill>
                <a:srgbClr val="898989"/>
              </a:solidFill>
              <a:effectLst/>
              <a:uLnTx/>
              <a:uFillTx/>
              <a:latin typeface="Calibri" panose="020F0502020204030204" pitchFamily="34" charset="0"/>
              <a:ea typeface="Microsoft YaHei" panose="020B0503020204020204" pitchFamily="34" charset="-122"/>
              <a:cs typeface="+mn-cs"/>
            </a:endParaRPr>
          </a:p>
        </p:txBody>
      </p:sp>
      <p:sp>
        <p:nvSpPr>
          <p:cNvPr id="5" name="Footer Placeholder 4"/>
          <p:cNvSpPr>
            <a:spLocks noGrp="1"/>
          </p:cNvSpPr>
          <p:nvPr>
            <p:ph type="ftr" sz="quarter" idx="11"/>
          </p:nvPr>
        </p:nvSpPr>
        <p:spPr/>
        <p:txBody>
          <a:bodyPr/>
          <a:lstStyle/>
          <a:p>
            <a:pPr marL="0" marR="0" lvl="0" indent="0" algn="ctr" defTabSz="6858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0">
              <a:ln>
                <a:noFill/>
              </a:ln>
              <a:solidFill>
                <a:srgbClr val="898989"/>
              </a:solidFill>
              <a:effectLst/>
              <a:uLnTx/>
              <a:uFillTx/>
              <a:latin typeface="Calibri" panose="020F0502020204030204" pitchFamily="34" charset="0"/>
              <a:ea typeface="Microsoft YaHei" panose="020B0503020204020204" pitchFamily="34" charset="-122"/>
              <a:cs typeface="+mn-cs"/>
            </a:endParaRPr>
          </a:p>
        </p:txBody>
      </p:sp>
      <p:sp>
        <p:nvSpPr>
          <p:cNvPr id="6" name="Slide Number Placeholder 5"/>
          <p:cNvSpPr>
            <a:spLocks noGrp="1"/>
          </p:cNvSpPr>
          <p:nvPr>
            <p:ph type="sldNum" sz="quarter" idx="12"/>
          </p:nvPr>
        </p:nvSpPr>
        <p:spPr/>
        <p:txBody>
          <a:bodyPr/>
          <a:lstStyle/>
          <a:p>
            <a:pPr lvl="0" eaLnBrk="1" fontAlgn="base" hangingPunct="1"/>
            <a:fld id="{9A0DB2DC-4C9A-4742-B13C-FB6460FD3503}" type="slidenum">
              <a:rPr lang="zh-CN" altLang="en-US" strike="noStrike" noProof="1" dirty="0">
                <a:latin typeface="Calibri" panose="020F0502020204030204" pitchFamily="34" charset="0"/>
                <a:ea typeface="Microsoft YaHei" panose="020B0503020204020204" pitchFamily="34" charset="-122"/>
                <a:cs typeface="+mn-cs"/>
              </a:rPr>
              <a:t>‹#›</a:t>
            </a:fld>
            <a:endParaRPr lang="zh-CN" altLang="en-US" strike="noStrike" noProof="1">
              <a:latin typeface="Calibri" panose="020F0502020204030204" pitchFamily="34" charset="0"/>
            </a:endParaRPr>
          </a:p>
        </p:txBody>
      </p:sp>
    </p:spTree>
  </p:cSld>
  <p:clrMapOvr>
    <a:masterClrMapping/>
  </p:clrMapOvr>
  <p:transition spd="slow">
    <p:push/>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6375"/>
            <a:ext cx="2057400" cy="4387850"/>
          </a:xfrm>
          <a:prstGeom prst="rect">
            <a:avLst/>
          </a:prstGeo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457200" y="206375"/>
            <a:ext cx="6019800" cy="4387850"/>
          </a:xfrm>
          <a:prstGeom prst="rect">
            <a:avLst/>
          </a:prstGeo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Date Placeholder 3"/>
          <p:cNvSpPr>
            <a:spLocks noGrp="1"/>
          </p:cNvSpPr>
          <p:nvPr>
            <p:ph type="dt" sz="half" idx="10"/>
          </p:nvPr>
        </p:nvSpPr>
        <p:spPr/>
        <p:txBody>
          <a:bodyPr/>
          <a:lstStyle/>
          <a:p>
            <a:pPr marL="0" marR="0" lvl="0" indent="0" algn="l" defTabSz="6858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0">
              <a:ln>
                <a:noFill/>
              </a:ln>
              <a:solidFill>
                <a:srgbClr val="898989"/>
              </a:solidFill>
              <a:effectLst/>
              <a:uLnTx/>
              <a:uFillTx/>
              <a:latin typeface="Calibri" panose="020F0502020204030204" pitchFamily="34" charset="0"/>
              <a:ea typeface="Microsoft YaHei" panose="020B0503020204020204" pitchFamily="34" charset="-122"/>
              <a:cs typeface="+mn-cs"/>
            </a:endParaRPr>
          </a:p>
        </p:txBody>
      </p:sp>
      <p:sp>
        <p:nvSpPr>
          <p:cNvPr id="5" name="Footer Placeholder 4"/>
          <p:cNvSpPr>
            <a:spLocks noGrp="1"/>
          </p:cNvSpPr>
          <p:nvPr>
            <p:ph type="ftr" sz="quarter" idx="11"/>
          </p:nvPr>
        </p:nvSpPr>
        <p:spPr/>
        <p:txBody>
          <a:bodyPr/>
          <a:lstStyle/>
          <a:p>
            <a:pPr marL="0" marR="0" lvl="0" indent="0" algn="ctr" defTabSz="6858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0">
              <a:ln>
                <a:noFill/>
              </a:ln>
              <a:solidFill>
                <a:srgbClr val="898989"/>
              </a:solidFill>
              <a:effectLst/>
              <a:uLnTx/>
              <a:uFillTx/>
              <a:latin typeface="Calibri" panose="020F0502020204030204" pitchFamily="34" charset="0"/>
              <a:ea typeface="Microsoft YaHei" panose="020B0503020204020204" pitchFamily="34" charset="-122"/>
              <a:cs typeface="+mn-cs"/>
            </a:endParaRPr>
          </a:p>
        </p:txBody>
      </p:sp>
      <p:sp>
        <p:nvSpPr>
          <p:cNvPr id="6" name="Slide Number Placeholder 5"/>
          <p:cNvSpPr>
            <a:spLocks noGrp="1"/>
          </p:cNvSpPr>
          <p:nvPr>
            <p:ph type="sldNum" sz="quarter" idx="12"/>
          </p:nvPr>
        </p:nvSpPr>
        <p:spPr/>
        <p:txBody>
          <a:bodyPr/>
          <a:lstStyle/>
          <a:p>
            <a:pPr lvl="0" eaLnBrk="1" fontAlgn="base" hangingPunct="1"/>
            <a:fld id="{9A0DB2DC-4C9A-4742-B13C-FB6460FD3503}" type="slidenum">
              <a:rPr lang="zh-CN" altLang="en-US" strike="noStrike" noProof="1" dirty="0">
                <a:latin typeface="Calibri" panose="020F0502020204030204" pitchFamily="34" charset="0"/>
                <a:ea typeface="Microsoft YaHei" panose="020B0503020204020204" pitchFamily="34" charset="-122"/>
                <a:cs typeface="+mn-cs"/>
              </a:rPr>
              <a:t>‹#›</a:t>
            </a:fld>
            <a:endParaRPr lang="zh-CN" altLang="en-US" strike="noStrike" noProof="1">
              <a:latin typeface="Calibri" panose="020F0502020204030204" pitchFamily="34" charset="0"/>
            </a:endParaRPr>
          </a:p>
        </p:txBody>
      </p:sp>
    </p:spTree>
  </p:cSld>
  <p:clrMapOvr>
    <a:masterClrMapping/>
  </p:clrMapOvr>
  <p:transition spd="slow">
    <p:push/>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98"/>
          <p:cNvSpPr>
            <a:spLocks noChangeArrowheads="1"/>
          </p:cNvSpPr>
          <p:nvPr/>
        </p:nvSpPr>
        <p:spPr bwMode="auto">
          <a:xfrm>
            <a:off x="0" y="1588"/>
            <a:ext cx="9144000" cy="5140325"/>
          </a:xfrm>
          <a:prstGeom prst="rect">
            <a:avLst/>
          </a:prstGeom>
          <a:solidFill>
            <a:srgbClr val="F0F0F0"/>
          </a:solidFill>
          <a:ln w="9525">
            <a:noFill/>
            <a:miter lim="800000"/>
          </a:ln>
        </p:spPr>
        <p:txBody>
          <a:bodyPr anchor="ctr"/>
          <a:lstStyle/>
          <a:p>
            <a:pPr marL="0" marR="0" lvl="0" indent="0" algn="ctr" defTabSz="6858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300" b="0" i="0" u="none" strike="noStrike" kern="1200" cap="none" spc="0" normalizeH="0" baseline="0" noProof="0">
              <a:ln>
                <a:noFill/>
              </a:ln>
              <a:solidFill>
                <a:srgbClr val="FFFFFF"/>
              </a:solidFill>
              <a:effectLst/>
              <a:uLnTx/>
              <a:uFillTx/>
              <a:latin typeface="Calibri" panose="020F0502020204030204" pitchFamily="34" charset="0"/>
              <a:ea typeface="Microsoft YaHei" panose="020B0503020204020204" pitchFamily="34" charset="-122"/>
              <a:cs typeface="+mn-cs"/>
            </a:endParaRPr>
          </a:p>
        </p:txBody>
      </p:sp>
      <p:grpSp>
        <p:nvGrpSpPr>
          <p:cNvPr id="1027" name="Group 3"/>
          <p:cNvGrpSpPr/>
          <p:nvPr userDrawn="1"/>
        </p:nvGrpSpPr>
        <p:grpSpPr>
          <a:xfrm>
            <a:off x="0" y="0"/>
            <a:ext cx="9144000" cy="5143500"/>
            <a:chOff x="0" y="0"/>
            <a:chExt cx="9144000" cy="5143501"/>
          </a:xfrm>
        </p:grpSpPr>
        <p:cxnSp>
          <p:nvCxnSpPr>
            <p:cNvPr id="1028" name="直接连接符 7"/>
            <p:cNvCxnSpPr/>
            <p:nvPr/>
          </p:nvCxnSpPr>
          <p:spPr>
            <a:xfrm flipV="1">
              <a:off x="1521823" y="0"/>
              <a:ext cx="164918" cy="1047206"/>
            </a:xfrm>
            <a:prstGeom prst="line">
              <a:avLst/>
            </a:prstGeom>
            <a:ln w="9525" cap="flat" cmpd="sng">
              <a:solidFill>
                <a:srgbClr val="CDCDCD"/>
              </a:solidFill>
              <a:prstDash val="dash"/>
              <a:round/>
              <a:headEnd type="none" w="med" len="med"/>
              <a:tailEnd type="none" w="med" len="med"/>
            </a:ln>
          </p:spPr>
        </p:cxnSp>
        <p:cxnSp>
          <p:nvCxnSpPr>
            <p:cNvPr id="1029" name="直接连接符 8"/>
            <p:cNvCxnSpPr/>
            <p:nvPr/>
          </p:nvCxnSpPr>
          <p:spPr>
            <a:xfrm flipH="1">
              <a:off x="0" y="1053737"/>
              <a:ext cx="1521823" cy="731519"/>
            </a:xfrm>
            <a:prstGeom prst="line">
              <a:avLst/>
            </a:prstGeom>
            <a:ln w="9525" cap="flat" cmpd="sng">
              <a:solidFill>
                <a:srgbClr val="CDCDCD"/>
              </a:solidFill>
              <a:prstDash val="dash"/>
              <a:round/>
              <a:headEnd type="none" w="med" len="med"/>
              <a:tailEnd type="none" w="med" len="med"/>
            </a:ln>
          </p:spPr>
        </p:cxnSp>
        <p:cxnSp>
          <p:nvCxnSpPr>
            <p:cNvPr id="1030" name="直接连接符 9"/>
            <p:cNvCxnSpPr/>
            <p:nvPr/>
          </p:nvCxnSpPr>
          <p:spPr>
            <a:xfrm flipV="1">
              <a:off x="1524000" y="16600"/>
              <a:ext cx="1049385" cy="1035507"/>
            </a:xfrm>
            <a:prstGeom prst="line">
              <a:avLst/>
            </a:prstGeom>
            <a:ln w="9525" cap="flat" cmpd="sng">
              <a:solidFill>
                <a:srgbClr val="CDCDCD"/>
              </a:solidFill>
              <a:prstDash val="dash"/>
              <a:round/>
              <a:headEnd type="none" w="med" len="med"/>
              <a:tailEnd type="none" w="med" len="med"/>
            </a:ln>
          </p:spPr>
        </p:cxnSp>
        <p:cxnSp>
          <p:nvCxnSpPr>
            <p:cNvPr id="1031" name="直接连接符 10"/>
            <p:cNvCxnSpPr/>
            <p:nvPr/>
          </p:nvCxnSpPr>
          <p:spPr>
            <a:xfrm flipH="1">
              <a:off x="1526721" y="896983"/>
              <a:ext cx="1590949" cy="161109"/>
            </a:xfrm>
            <a:prstGeom prst="line">
              <a:avLst/>
            </a:prstGeom>
            <a:ln w="9525" cap="flat" cmpd="sng">
              <a:solidFill>
                <a:srgbClr val="CDCDCD"/>
              </a:solidFill>
              <a:prstDash val="dash"/>
              <a:round/>
              <a:headEnd type="none" w="med" len="med"/>
              <a:tailEnd type="none" w="med" len="med"/>
            </a:ln>
          </p:spPr>
        </p:cxnSp>
        <p:cxnSp>
          <p:nvCxnSpPr>
            <p:cNvPr id="1032" name="直接连接符 11"/>
            <p:cNvCxnSpPr/>
            <p:nvPr/>
          </p:nvCxnSpPr>
          <p:spPr>
            <a:xfrm>
              <a:off x="1524000" y="1053737"/>
              <a:ext cx="224243" cy="1175656"/>
            </a:xfrm>
            <a:prstGeom prst="line">
              <a:avLst/>
            </a:prstGeom>
            <a:ln w="9525" cap="flat" cmpd="sng">
              <a:solidFill>
                <a:srgbClr val="CDCDCD"/>
              </a:solidFill>
              <a:prstDash val="dash"/>
              <a:round/>
              <a:headEnd type="none" w="med" len="med"/>
              <a:tailEnd type="none" w="med" len="med"/>
            </a:ln>
          </p:spPr>
        </p:cxnSp>
        <p:cxnSp>
          <p:nvCxnSpPr>
            <p:cNvPr id="1033" name="直接连接符 12"/>
            <p:cNvCxnSpPr/>
            <p:nvPr/>
          </p:nvCxnSpPr>
          <p:spPr>
            <a:xfrm flipV="1">
              <a:off x="1748244" y="896985"/>
              <a:ext cx="1369425" cy="1323698"/>
            </a:xfrm>
            <a:prstGeom prst="line">
              <a:avLst/>
            </a:prstGeom>
            <a:ln w="9525" cap="flat" cmpd="sng">
              <a:solidFill>
                <a:srgbClr val="CDCDCD"/>
              </a:solidFill>
              <a:prstDash val="dash"/>
              <a:round/>
              <a:headEnd type="none" w="med" len="med"/>
              <a:tailEnd type="none" w="med" len="med"/>
            </a:ln>
          </p:spPr>
        </p:cxnSp>
        <p:cxnSp>
          <p:nvCxnSpPr>
            <p:cNvPr id="1034" name="直接连接符 13"/>
            <p:cNvCxnSpPr/>
            <p:nvPr/>
          </p:nvCxnSpPr>
          <p:spPr>
            <a:xfrm flipH="1" flipV="1">
              <a:off x="1" y="1785257"/>
              <a:ext cx="1748242" cy="438149"/>
            </a:xfrm>
            <a:prstGeom prst="line">
              <a:avLst/>
            </a:prstGeom>
            <a:ln w="9525" cap="flat" cmpd="sng">
              <a:solidFill>
                <a:srgbClr val="CDCDCD"/>
              </a:solidFill>
              <a:prstDash val="dash"/>
              <a:round/>
              <a:headEnd type="none" w="med" len="med"/>
              <a:tailEnd type="none" w="med" len="med"/>
            </a:ln>
          </p:spPr>
        </p:cxnSp>
        <p:cxnSp>
          <p:nvCxnSpPr>
            <p:cNvPr id="1035" name="直接连接符 14"/>
            <p:cNvCxnSpPr/>
            <p:nvPr/>
          </p:nvCxnSpPr>
          <p:spPr>
            <a:xfrm>
              <a:off x="1748245" y="2220685"/>
              <a:ext cx="1238795" cy="130629"/>
            </a:xfrm>
            <a:prstGeom prst="line">
              <a:avLst/>
            </a:prstGeom>
            <a:ln w="9525" cap="flat" cmpd="sng">
              <a:solidFill>
                <a:srgbClr val="CDCDCD"/>
              </a:solidFill>
              <a:prstDash val="dash"/>
              <a:round/>
              <a:headEnd type="none" w="med" len="med"/>
              <a:tailEnd type="none" w="med" len="med"/>
            </a:ln>
          </p:spPr>
        </p:cxnSp>
        <p:cxnSp>
          <p:nvCxnSpPr>
            <p:cNvPr id="1036" name="直接连接符 15"/>
            <p:cNvCxnSpPr/>
            <p:nvPr/>
          </p:nvCxnSpPr>
          <p:spPr>
            <a:xfrm flipH="1">
              <a:off x="2743199" y="2342606"/>
              <a:ext cx="243841" cy="905691"/>
            </a:xfrm>
            <a:prstGeom prst="line">
              <a:avLst/>
            </a:prstGeom>
            <a:ln w="9525" cap="flat" cmpd="sng">
              <a:solidFill>
                <a:srgbClr val="CDCDCD"/>
              </a:solidFill>
              <a:prstDash val="dash"/>
              <a:round/>
              <a:headEnd type="none" w="med" len="med"/>
              <a:tailEnd type="none" w="med" len="med"/>
            </a:ln>
          </p:spPr>
        </p:cxnSp>
        <p:cxnSp>
          <p:nvCxnSpPr>
            <p:cNvPr id="1037" name="直接连接符 16"/>
            <p:cNvCxnSpPr/>
            <p:nvPr/>
          </p:nvCxnSpPr>
          <p:spPr>
            <a:xfrm flipH="1" flipV="1">
              <a:off x="1743891" y="2220684"/>
              <a:ext cx="999310" cy="1036324"/>
            </a:xfrm>
            <a:prstGeom prst="line">
              <a:avLst/>
            </a:prstGeom>
            <a:ln w="9525" cap="flat" cmpd="sng">
              <a:solidFill>
                <a:srgbClr val="CDCDCD"/>
              </a:solidFill>
              <a:prstDash val="dash"/>
              <a:round/>
              <a:headEnd type="none" w="med" len="med"/>
              <a:tailEnd type="none" w="med" len="med"/>
            </a:ln>
          </p:spPr>
        </p:cxnSp>
        <p:cxnSp>
          <p:nvCxnSpPr>
            <p:cNvPr id="1038" name="直接连接符 17"/>
            <p:cNvCxnSpPr/>
            <p:nvPr/>
          </p:nvCxnSpPr>
          <p:spPr>
            <a:xfrm flipH="1">
              <a:off x="1741714" y="3248297"/>
              <a:ext cx="1001486" cy="853440"/>
            </a:xfrm>
            <a:prstGeom prst="line">
              <a:avLst/>
            </a:prstGeom>
            <a:ln w="9525" cap="flat" cmpd="sng">
              <a:solidFill>
                <a:srgbClr val="CDCDCD"/>
              </a:solidFill>
              <a:prstDash val="dash"/>
              <a:round/>
              <a:headEnd type="none" w="med" len="med"/>
              <a:tailEnd type="none" w="med" len="med"/>
            </a:ln>
          </p:spPr>
        </p:cxnSp>
        <p:cxnSp>
          <p:nvCxnSpPr>
            <p:cNvPr id="1039" name="直接连接符 18"/>
            <p:cNvCxnSpPr/>
            <p:nvPr/>
          </p:nvCxnSpPr>
          <p:spPr>
            <a:xfrm flipV="1">
              <a:off x="1741714" y="2223408"/>
              <a:ext cx="8706" cy="1878329"/>
            </a:xfrm>
            <a:prstGeom prst="line">
              <a:avLst/>
            </a:prstGeom>
            <a:ln w="9525" cap="flat" cmpd="sng">
              <a:solidFill>
                <a:srgbClr val="CDCDCD"/>
              </a:solidFill>
              <a:prstDash val="dash"/>
              <a:round/>
              <a:headEnd type="none" w="med" len="med"/>
              <a:tailEnd type="none" w="med" len="med"/>
            </a:ln>
          </p:spPr>
        </p:cxnSp>
        <p:cxnSp>
          <p:nvCxnSpPr>
            <p:cNvPr id="1040" name="直接连接符 19"/>
            <p:cNvCxnSpPr/>
            <p:nvPr/>
          </p:nvCxnSpPr>
          <p:spPr>
            <a:xfrm flipH="1">
              <a:off x="681446" y="2225036"/>
              <a:ext cx="1068975" cy="750574"/>
            </a:xfrm>
            <a:prstGeom prst="line">
              <a:avLst/>
            </a:prstGeom>
            <a:ln w="9525" cap="flat" cmpd="sng">
              <a:solidFill>
                <a:srgbClr val="CDCDCD"/>
              </a:solidFill>
              <a:prstDash val="dash"/>
              <a:round/>
              <a:headEnd type="none" w="med" len="med"/>
              <a:tailEnd type="none" w="med" len="med"/>
            </a:ln>
          </p:spPr>
        </p:cxnSp>
        <p:cxnSp>
          <p:nvCxnSpPr>
            <p:cNvPr id="1041" name="直接连接符 20"/>
            <p:cNvCxnSpPr/>
            <p:nvPr/>
          </p:nvCxnSpPr>
          <p:spPr>
            <a:xfrm>
              <a:off x="681446" y="2976154"/>
              <a:ext cx="1060268" cy="1116875"/>
            </a:xfrm>
            <a:prstGeom prst="line">
              <a:avLst/>
            </a:prstGeom>
            <a:ln w="9525" cap="flat" cmpd="sng">
              <a:solidFill>
                <a:srgbClr val="CDCDCD"/>
              </a:solidFill>
              <a:prstDash val="dash"/>
              <a:round/>
              <a:headEnd type="none" w="med" len="med"/>
              <a:tailEnd type="none" w="med" len="med"/>
            </a:ln>
          </p:spPr>
        </p:cxnSp>
        <p:cxnSp>
          <p:nvCxnSpPr>
            <p:cNvPr id="1042" name="直接连接符 21"/>
            <p:cNvCxnSpPr/>
            <p:nvPr/>
          </p:nvCxnSpPr>
          <p:spPr>
            <a:xfrm flipH="1" flipV="1">
              <a:off x="0" y="1785258"/>
              <a:ext cx="681445" cy="1188719"/>
            </a:xfrm>
            <a:prstGeom prst="line">
              <a:avLst/>
            </a:prstGeom>
            <a:ln w="9525" cap="flat" cmpd="sng">
              <a:solidFill>
                <a:srgbClr val="CDCDCD"/>
              </a:solidFill>
              <a:prstDash val="dash"/>
              <a:round/>
              <a:headEnd type="none" w="med" len="med"/>
              <a:tailEnd type="none" w="med" len="med"/>
            </a:ln>
          </p:spPr>
        </p:cxnSp>
        <p:cxnSp>
          <p:nvCxnSpPr>
            <p:cNvPr id="1043" name="直接连接符 22"/>
            <p:cNvCxnSpPr/>
            <p:nvPr/>
          </p:nvCxnSpPr>
          <p:spPr>
            <a:xfrm flipH="1">
              <a:off x="0" y="2969623"/>
              <a:ext cx="681446" cy="1123406"/>
            </a:xfrm>
            <a:prstGeom prst="line">
              <a:avLst/>
            </a:prstGeom>
            <a:ln w="9525" cap="flat" cmpd="sng">
              <a:solidFill>
                <a:srgbClr val="CDCDCD"/>
              </a:solidFill>
              <a:prstDash val="dash"/>
              <a:round/>
              <a:headEnd type="none" w="med" len="med"/>
              <a:tailEnd type="none" w="med" len="med"/>
            </a:ln>
          </p:spPr>
        </p:cxnSp>
        <p:cxnSp>
          <p:nvCxnSpPr>
            <p:cNvPr id="1044" name="直接连接符 23"/>
            <p:cNvCxnSpPr/>
            <p:nvPr/>
          </p:nvCxnSpPr>
          <p:spPr>
            <a:xfrm flipH="1">
              <a:off x="0" y="3966755"/>
              <a:ext cx="1009652" cy="134982"/>
            </a:xfrm>
            <a:prstGeom prst="line">
              <a:avLst/>
            </a:prstGeom>
            <a:ln w="9525" cap="flat" cmpd="sng">
              <a:solidFill>
                <a:srgbClr val="CDCDCD"/>
              </a:solidFill>
              <a:prstDash val="dash"/>
              <a:round/>
              <a:headEnd type="none" w="med" len="med"/>
              <a:tailEnd type="none" w="med" len="med"/>
            </a:ln>
          </p:spPr>
        </p:cxnSp>
        <p:cxnSp>
          <p:nvCxnSpPr>
            <p:cNvPr id="1045" name="直接连接符 24"/>
            <p:cNvCxnSpPr/>
            <p:nvPr/>
          </p:nvCxnSpPr>
          <p:spPr>
            <a:xfrm flipH="1">
              <a:off x="905692" y="4101737"/>
              <a:ext cx="836022" cy="1041763"/>
            </a:xfrm>
            <a:prstGeom prst="line">
              <a:avLst/>
            </a:prstGeom>
            <a:ln w="9525" cap="flat" cmpd="sng">
              <a:solidFill>
                <a:srgbClr val="CDCDCD"/>
              </a:solidFill>
              <a:prstDash val="dash"/>
              <a:round/>
              <a:headEnd type="none" w="med" len="med"/>
              <a:tailEnd type="none" w="med" len="med"/>
            </a:ln>
          </p:spPr>
        </p:cxnSp>
        <p:cxnSp>
          <p:nvCxnSpPr>
            <p:cNvPr id="1046" name="直接连接符 25"/>
            <p:cNvCxnSpPr/>
            <p:nvPr/>
          </p:nvCxnSpPr>
          <p:spPr>
            <a:xfrm flipH="1" flipV="1">
              <a:off x="0" y="4101737"/>
              <a:ext cx="905691" cy="1041763"/>
            </a:xfrm>
            <a:prstGeom prst="line">
              <a:avLst/>
            </a:prstGeom>
            <a:ln w="9525" cap="flat" cmpd="sng">
              <a:solidFill>
                <a:srgbClr val="CDCDCD"/>
              </a:solidFill>
              <a:prstDash val="dash"/>
              <a:round/>
              <a:headEnd type="none" w="med" len="med"/>
              <a:tailEnd type="none" w="med" len="med"/>
            </a:ln>
          </p:spPr>
        </p:cxnSp>
        <p:cxnSp>
          <p:nvCxnSpPr>
            <p:cNvPr id="1047" name="直接连接符 26"/>
            <p:cNvCxnSpPr/>
            <p:nvPr/>
          </p:nvCxnSpPr>
          <p:spPr>
            <a:xfrm>
              <a:off x="1741714" y="4093029"/>
              <a:ext cx="1175657" cy="391885"/>
            </a:xfrm>
            <a:prstGeom prst="line">
              <a:avLst/>
            </a:prstGeom>
            <a:ln w="9525" cap="flat" cmpd="sng">
              <a:solidFill>
                <a:srgbClr val="CDCDCD"/>
              </a:solidFill>
              <a:prstDash val="dash"/>
              <a:round/>
              <a:headEnd type="none" w="med" len="med"/>
              <a:tailEnd type="none" w="med" len="med"/>
            </a:ln>
          </p:spPr>
        </p:cxnSp>
        <p:cxnSp>
          <p:nvCxnSpPr>
            <p:cNvPr id="1048" name="直接连接符 27"/>
            <p:cNvCxnSpPr/>
            <p:nvPr/>
          </p:nvCxnSpPr>
          <p:spPr>
            <a:xfrm flipH="1" flipV="1">
              <a:off x="2741025" y="3257006"/>
              <a:ext cx="176347" cy="1227909"/>
            </a:xfrm>
            <a:prstGeom prst="line">
              <a:avLst/>
            </a:prstGeom>
            <a:ln w="9525" cap="flat" cmpd="sng">
              <a:solidFill>
                <a:srgbClr val="CDCDCD"/>
              </a:solidFill>
              <a:prstDash val="dash"/>
              <a:round/>
              <a:headEnd type="none" w="med" len="med"/>
              <a:tailEnd type="none" w="med" len="med"/>
            </a:ln>
          </p:spPr>
        </p:cxnSp>
        <p:cxnSp>
          <p:nvCxnSpPr>
            <p:cNvPr id="1049" name="直接连接符 28"/>
            <p:cNvCxnSpPr/>
            <p:nvPr/>
          </p:nvCxnSpPr>
          <p:spPr>
            <a:xfrm flipH="1">
              <a:off x="2211977" y="4484914"/>
              <a:ext cx="705394" cy="658586"/>
            </a:xfrm>
            <a:prstGeom prst="line">
              <a:avLst/>
            </a:prstGeom>
            <a:ln w="9525" cap="flat" cmpd="sng">
              <a:solidFill>
                <a:srgbClr val="CDCDCD"/>
              </a:solidFill>
              <a:prstDash val="dash"/>
              <a:round/>
              <a:headEnd type="none" w="med" len="med"/>
              <a:tailEnd type="none" w="med" len="med"/>
            </a:ln>
          </p:spPr>
        </p:cxnSp>
        <p:cxnSp>
          <p:nvCxnSpPr>
            <p:cNvPr id="1050" name="直接连接符 29"/>
            <p:cNvCxnSpPr/>
            <p:nvPr/>
          </p:nvCxnSpPr>
          <p:spPr>
            <a:xfrm flipH="1" flipV="1">
              <a:off x="1741714" y="4101737"/>
              <a:ext cx="452846" cy="1041764"/>
            </a:xfrm>
            <a:prstGeom prst="line">
              <a:avLst/>
            </a:prstGeom>
            <a:ln w="9525" cap="flat" cmpd="sng">
              <a:solidFill>
                <a:srgbClr val="CDCDCD"/>
              </a:solidFill>
              <a:prstDash val="dash"/>
              <a:round/>
              <a:headEnd type="none" w="med" len="med"/>
              <a:tailEnd type="none" w="med" len="med"/>
            </a:ln>
          </p:spPr>
        </p:cxnSp>
        <p:cxnSp>
          <p:nvCxnSpPr>
            <p:cNvPr id="1051" name="直接连接符 30"/>
            <p:cNvCxnSpPr/>
            <p:nvPr/>
          </p:nvCxnSpPr>
          <p:spPr>
            <a:xfrm flipV="1">
              <a:off x="2917371" y="4093029"/>
              <a:ext cx="1175658" cy="391885"/>
            </a:xfrm>
            <a:prstGeom prst="line">
              <a:avLst/>
            </a:prstGeom>
            <a:ln w="9525" cap="flat" cmpd="sng">
              <a:solidFill>
                <a:srgbClr val="CDCDCD"/>
              </a:solidFill>
              <a:prstDash val="dash"/>
              <a:round/>
              <a:headEnd type="none" w="med" len="med"/>
              <a:tailEnd type="none" w="med" len="med"/>
            </a:ln>
          </p:spPr>
        </p:cxnSp>
        <p:cxnSp>
          <p:nvCxnSpPr>
            <p:cNvPr id="1052" name="直接连接符 31"/>
            <p:cNvCxnSpPr/>
            <p:nvPr/>
          </p:nvCxnSpPr>
          <p:spPr>
            <a:xfrm>
              <a:off x="2917371" y="4484914"/>
              <a:ext cx="1654629" cy="658586"/>
            </a:xfrm>
            <a:prstGeom prst="line">
              <a:avLst/>
            </a:prstGeom>
            <a:ln w="9525" cap="flat" cmpd="sng">
              <a:solidFill>
                <a:srgbClr val="CDCDCD"/>
              </a:solidFill>
              <a:prstDash val="dash"/>
              <a:round/>
              <a:headEnd type="none" w="med" len="med"/>
              <a:tailEnd type="none" w="med" len="med"/>
            </a:ln>
          </p:spPr>
        </p:cxnSp>
        <p:cxnSp>
          <p:nvCxnSpPr>
            <p:cNvPr id="1053" name="直接连接符 32"/>
            <p:cNvCxnSpPr/>
            <p:nvPr/>
          </p:nvCxnSpPr>
          <p:spPr>
            <a:xfrm>
              <a:off x="4093029" y="4101737"/>
              <a:ext cx="478971" cy="1041763"/>
            </a:xfrm>
            <a:prstGeom prst="line">
              <a:avLst/>
            </a:prstGeom>
            <a:ln w="9525" cap="flat" cmpd="sng">
              <a:solidFill>
                <a:srgbClr val="CDCDCD"/>
              </a:solidFill>
              <a:prstDash val="dash"/>
              <a:round/>
              <a:headEnd type="none" w="med" len="med"/>
              <a:tailEnd type="none" w="med" len="med"/>
            </a:ln>
          </p:spPr>
        </p:cxnSp>
        <p:cxnSp>
          <p:nvCxnSpPr>
            <p:cNvPr id="1054" name="直接连接符 33"/>
            <p:cNvCxnSpPr/>
            <p:nvPr/>
          </p:nvCxnSpPr>
          <p:spPr>
            <a:xfrm flipH="1" flipV="1">
              <a:off x="2743200" y="3257006"/>
              <a:ext cx="1349829" cy="844731"/>
            </a:xfrm>
            <a:prstGeom prst="line">
              <a:avLst/>
            </a:prstGeom>
            <a:ln w="9525" cap="flat" cmpd="sng">
              <a:solidFill>
                <a:srgbClr val="CDCDCD"/>
              </a:solidFill>
              <a:prstDash val="dash"/>
              <a:round/>
              <a:headEnd type="none" w="med" len="med"/>
              <a:tailEnd type="none" w="med" len="med"/>
            </a:ln>
          </p:spPr>
        </p:cxnSp>
        <p:cxnSp>
          <p:nvCxnSpPr>
            <p:cNvPr id="1055" name="直接连接符 34"/>
            <p:cNvCxnSpPr/>
            <p:nvPr/>
          </p:nvCxnSpPr>
          <p:spPr>
            <a:xfrm flipV="1">
              <a:off x="4093029" y="2690949"/>
              <a:ext cx="296091" cy="1410789"/>
            </a:xfrm>
            <a:prstGeom prst="line">
              <a:avLst/>
            </a:prstGeom>
            <a:ln w="9525" cap="flat" cmpd="sng">
              <a:solidFill>
                <a:srgbClr val="CDCDCD"/>
              </a:solidFill>
              <a:prstDash val="dash"/>
              <a:round/>
              <a:headEnd type="none" w="med" len="med"/>
              <a:tailEnd type="none" w="med" len="med"/>
            </a:ln>
          </p:spPr>
        </p:cxnSp>
        <p:cxnSp>
          <p:nvCxnSpPr>
            <p:cNvPr id="1056" name="直接连接符 35"/>
            <p:cNvCxnSpPr/>
            <p:nvPr/>
          </p:nvCxnSpPr>
          <p:spPr>
            <a:xfrm flipH="1">
              <a:off x="2743200" y="2690949"/>
              <a:ext cx="1645920" cy="557348"/>
            </a:xfrm>
            <a:prstGeom prst="line">
              <a:avLst/>
            </a:prstGeom>
            <a:ln w="9525" cap="flat" cmpd="sng">
              <a:solidFill>
                <a:srgbClr val="CDCDCD"/>
              </a:solidFill>
              <a:prstDash val="dash"/>
              <a:round/>
              <a:headEnd type="none" w="med" len="med"/>
              <a:tailEnd type="none" w="med" len="med"/>
            </a:ln>
          </p:spPr>
        </p:cxnSp>
        <p:cxnSp>
          <p:nvCxnSpPr>
            <p:cNvPr id="1057" name="直接连接符 36"/>
            <p:cNvCxnSpPr/>
            <p:nvPr/>
          </p:nvCxnSpPr>
          <p:spPr>
            <a:xfrm>
              <a:off x="2987040" y="2351314"/>
              <a:ext cx="1402080" cy="339635"/>
            </a:xfrm>
            <a:prstGeom prst="line">
              <a:avLst/>
            </a:prstGeom>
            <a:ln w="9525" cap="flat" cmpd="sng">
              <a:solidFill>
                <a:srgbClr val="CDCDCD"/>
              </a:solidFill>
              <a:prstDash val="dash"/>
              <a:round/>
              <a:headEnd type="none" w="med" len="med"/>
              <a:tailEnd type="none" w="med" len="med"/>
            </a:ln>
          </p:spPr>
        </p:cxnSp>
        <p:cxnSp>
          <p:nvCxnSpPr>
            <p:cNvPr id="1058" name="直接连接符 37"/>
            <p:cNvCxnSpPr/>
            <p:nvPr/>
          </p:nvCxnSpPr>
          <p:spPr>
            <a:xfrm flipV="1">
              <a:off x="2987040" y="896983"/>
              <a:ext cx="130629" cy="1445623"/>
            </a:xfrm>
            <a:prstGeom prst="line">
              <a:avLst/>
            </a:prstGeom>
            <a:ln w="9525" cap="flat" cmpd="sng">
              <a:solidFill>
                <a:srgbClr val="CDCDCD"/>
              </a:solidFill>
              <a:prstDash val="dash"/>
              <a:round/>
              <a:headEnd type="none" w="med" len="med"/>
              <a:tailEnd type="none" w="med" len="med"/>
            </a:ln>
          </p:spPr>
        </p:cxnSp>
        <p:cxnSp>
          <p:nvCxnSpPr>
            <p:cNvPr id="1059" name="直接连接符 38"/>
            <p:cNvCxnSpPr/>
            <p:nvPr/>
          </p:nvCxnSpPr>
          <p:spPr>
            <a:xfrm flipV="1">
              <a:off x="2987040" y="1402080"/>
              <a:ext cx="1227909" cy="949234"/>
            </a:xfrm>
            <a:prstGeom prst="line">
              <a:avLst/>
            </a:prstGeom>
            <a:ln w="9525" cap="flat" cmpd="sng">
              <a:solidFill>
                <a:srgbClr val="CDCDCD"/>
              </a:solidFill>
              <a:prstDash val="dash"/>
              <a:round/>
              <a:headEnd type="none" w="med" len="med"/>
              <a:tailEnd type="none" w="med" len="med"/>
            </a:ln>
          </p:spPr>
        </p:cxnSp>
        <p:cxnSp>
          <p:nvCxnSpPr>
            <p:cNvPr id="1060" name="直接连接符 39"/>
            <p:cNvCxnSpPr/>
            <p:nvPr/>
          </p:nvCxnSpPr>
          <p:spPr>
            <a:xfrm>
              <a:off x="4214949" y="1402080"/>
              <a:ext cx="174171" cy="1288869"/>
            </a:xfrm>
            <a:prstGeom prst="line">
              <a:avLst/>
            </a:prstGeom>
            <a:ln w="9525" cap="flat" cmpd="sng">
              <a:solidFill>
                <a:srgbClr val="CDCDCD"/>
              </a:solidFill>
              <a:prstDash val="dash"/>
              <a:round/>
              <a:headEnd type="none" w="med" len="med"/>
              <a:tailEnd type="none" w="med" len="med"/>
            </a:ln>
          </p:spPr>
        </p:cxnSp>
        <p:cxnSp>
          <p:nvCxnSpPr>
            <p:cNvPr id="1061" name="直接连接符 40"/>
            <p:cNvCxnSpPr/>
            <p:nvPr/>
          </p:nvCxnSpPr>
          <p:spPr>
            <a:xfrm flipH="1" flipV="1">
              <a:off x="3117669" y="896983"/>
              <a:ext cx="1097280" cy="505097"/>
            </a:xfrm>
            <a:prstGeom prst="line">
              <a:avLst/>
            </a:prstGeom>
            <a:ln w="9525" cap="flat" cmpd="sng">
              <a:solidFill>
                <a:srgbClr val="CDCDCD"/>
              </a:solidFill>
              <a:prstDash val="dash"/>
              <a:round/>
              <a:headEnd type="none" w="med" len="med"/>
              <a:tailEnd type="none" w="med" len="med"/>
            </a:ln>
          </p:spPr>
        </p:cxnSp>
        <p:cxnSp>
          <p:nvCxnSpPr>
            <p:cNvPr id="1062" name="直接连接符 41"/>
            <p:cNvCxnSpPr/>
            <p:nvPr/>
          </p:nvCxnSpPr>
          <p:spPr>
            <a:xfrm flipH="1" flipV="1">
              <a:off x="2569029" y="0"/>
              <a:ext cx="548640" cy="896983"/>
            </a:xfrm>
            <a:prstGeom prst="line">
              <a:avLst/>
            </a:prstGeom>
            <a:ln w="9525" cap="flat" cmpd="sng">
              <a:solidFill>
                <a:srgbClr val="CDCDCD"/>
              </a:solidFill>
              <a:prstDash val="dash"/>
              <a:round/>
              <a:headEnd type="none" w="med" len="med"/>
              <a:tailEnd type="none" w="med" len="med"/>
            </a:ln>
          </p:spPr>
        </p:cxnSp>
        <p:cxnSp>
          <p:nvCxnSpPr>
            <p:cNvPr id="1063" name="直接连接符 42"/>
            <p:cNvCxnSpPr/>
            <p:nvPr/>
          </p:nvCxnSpPr>
          <p:spPr>
            <a:xfrm flipV="1">
              <a:off x="3117668" y="1"/>
              <a:ext cx="1454332" cy="881742"/>
            </a:xfrm>
            <a:prstGeom prst="line">
              <a:avLst/>
            </a:prstGeom>
            <a:ln w="9525" cap="flat" cmpd="sng">
              <a:solidFill>
                <a:srgbClr val="CDCDCD"/>
              </a:solidFill>
              <a:prstDash val="dash"/>
              <a:round/>
              <a:headEnd type="none" w="med" len="med"/>
              <a:tailEnd type="none" w="med" len="med"/>
            </a:ln>
          </p:spPr>
        </p:cxnSp>
        <p:cxnSp>
          <p:nvCxnSpPr>
            <p:cNvPr id="1064" name="直接连接符 43"/>
            <p:cNvCxnSpPr/>
            <p:nvPr/>
          </p:nvCxnSpPr>
          <p:spPr>
            <a:xfrm flipV="1">
              <a:off x="4214949" y="0"/>
              <a:ext cx="357051" cy="1402080"/>
            </a:xfrm>
            <a:prstGeom prst="line">
              <a:avLst/>
            </a:prstGeom>
            <a:ln w="9525" cap="flat" cmpd="sng">
              <a:solidFill>
                <a:srgbClr val="CDCDCD"/>
              </a:solidFill>
              <a:prstDash val="dash"/>
              <a:round/>
              <a:headEnd type="none" w="med" len="med"/>
              <a:tailEnd type="none" w="med" len="med"/>
            </a:ln>
          </p:spPr>
        </p:cxnSp>
        <p:cxnSp>
          <p:nvCxnSpPr>
            <p:cNvPr id="1065" name="直接连接符 44"/>
            <p:cNvCxnSpPr/>
            <p:nvPr/>
          </p:nvCxnSpPr>
          <p:spPr>
            <a:xfrm>
              <a:off x="4572000" y="0"/>
              <a:ext cx="1201783" cy="618309"/>
            </a:xfrm>
            <a:prstGeom prst="line">
              <a:avLst/>
            </a:prstGeom>
            <a:ln w="9525" cap="flat" cmpd="sng">
              <a:solidFill>
                <a:srgbClr val="CDCDCD"/>
              </a:solidFill>
              <a:prstDash val="dash"/>
              <a:round/>
              <a:headEnd type="none" w="med" len="med"/>
              <a:tailEnd type="none" w="med" len="med"/>
            </a:ln>
          </p:spPr>
        </p:cxnSp>
        <p:cxnSp>
          <p:nvCxnSpPr>
            <p:cNvPr id="1066" name="直接连接符 45"/>
            <p:cNvCxnSpPr/>
            <p:nvPr/>
          </p:nvCxnSpPr>
          <p:spPr>
            <a:xfrm flipH="1">
              <a:off x="4214949" y="618309"/>
              <a:ext cx="1558834" cy="783771"/>
            </a:xfrm>
            <a:prstGeom prst="line">
              <a:avLst/>
            </a:prstGeom>
            <a:ln w="9525" cap="flat" cmpd="sng">
              <a:solidFill>
                <a:srgbClr val="CDCDCD"/>
              </a:solidFill>
              <a:prstDash val="dash"/>
              <a:round/>
              <a:headEnd type="none" w="med" len="med"/>
              <a:tailEnd type="none" w="med" len="med"/>
            </a:ln>
          </p:spPr>
        </p:cxnSp>
        <p:cxnSp>
          <p:nvCxnSpPr>
            <p:cNvPr id="1067" name="直接连接符 46"/>
            <p:cNvCxnSpPr/>
            <p:nvPr/>
          </p:nvCxnSpPr>
          <p:spPr>
            <a:xfrm flipH="1">
              <a:off x="5503818" y="618309"/>
              <a:ext cx="269965" cy="1105988"/>
            </a:xfrm>
            <a:prstGeom prst="line">
              <a:avLst/>
            </a:prstGeom>
            <a:ln w="9525" cap="flat" cmpd="sng">
              <a:solidFill>
                <a:srgbClr val="CDCDCD"/>
              </a:solidFill>
              <a:prstDash val="dash"/>
              <a:round/>
              <a:headEnd type="none" w="med" len="med"/>
              <a:tailEnd type="none" w="med" len="med"/>
            </a:ln>
          </p:spPr>
        </p:cxnSp>
        <p:cxnSp>
          <p:nvCxnSpPr>
            <p:cNvPr id="1068" name="直接连接符 47"/>
            <p:cNvCxnSpPr/>
            <p:nvPr/>
          </p:nvCxnSpPr>
          <p:spPr>
            <a:xfrm flipH="1" flipV="1">
              <a:off x="4214950" y="1402081"/>
              <a:ext cx="1288868" cy="322216"/>
            </a:xfrm>
            <a:prstGeom prst="line">
              <a:avLst/>
            </a:prstGeom>
            <a:ln w="9525" cap="flat" cmpd="sng">
              <a:solidFill>
                <a:srgbClr val="CDCDCD"/>
              </a:solidFill>
              <a:prstDash val="dash"/>
              <a:round/>
              <a:headEnd type="none" w="med" len="med"/>
              <a:tailEnd type="none" w="med" len="med"/>
            </a:ln>
          </p:spPr>
        </p:cxnSp>
        <p:cxnSp>
          <p:nvCxnSpPr>
            <p:cNvPr id="1069" name="直接连接符 48"/>
            <p:cNvCxnSpPr/>
            <p:nvPr/>
          </p:nvCxnSpPr>
          <p:spPr>
            <a:xfrm flipH="1">
              <a:off x="4389120" y="1733006"/>
              <a:ext cx="1105989" cy="957943"/>
            </a:xfrm>
            <a:prstGeom prst="line">
              <a:avLst/>
            </a:prstGeom>
            <a:ln w="9525" cap="flat" cmpd="sng">
              <a:solidFill>
                <a:srgbClr val="CDCDCD"/>
              </a:solidFill>
              <a:prstDash val="dash"/>
              <a:round/>
              <a:headEnd type="none" w="med" len="med"/>
              <a:tailEnd type="none" w="med" len="med"/>
            </a:ln>
          </p:spPr>
        </p:cxnSp>
        <p:cxnSp>
          <p:nvCxnSpPr>
            <p:cNvPr id="1070" name="直接连接符 49"/>
            <p:cNvCxnSpPr/>
            <p:nvPr/>
          </p:nvCxnSpPr>
          <p:spPr>
            <a:xfrm>
              <a:off x="4389120" y="2690949"/>
              <a:ext cx="1384663" cy="627017"/>
            </a:xfrm>
            <a:prstGeom prst="line">
              <a:avLst/>
            </a:prstGeom>
            <a:ln w="9525" cap="flat" cmpd="sng">
              <a:solidFill>
                <a:srgbClr val="CDCDCD"/>
              </a:solidFill>
              <a:prstDash val="dash"/>
              <a:round/>
              <a:headEnd type="none" w="med" len="med"/>
              <a:tailEnd type="none" w="med" len="med"/>
            </a:ln>
          </p:spPr>
        </p:cxnSp>
        <p:cxnSp>
          <p:nvCxnSpPr>
            <p:cNvPr id="1071" name="直接连接符 50"/>
            <p:cNvCxnSpPr/>
            <p:nvPr/>
          </p:nvCxnSpPr>
          <p:spPr>
            <a:xfrm flipH="1" flipV="1">
              <a:off x="5512525" y="1724297"/>
              <a:ext cx="261259" cy="1593670"/>
            </a:xfrm>
            <a:prstGeom prst="line">
              <a:avLst/>
            </a:prstGeom>
            <a:ln w="9525" cap="flat" cmpd="sng">
              <a:solidFill>
                <a:srgbClr val="CDCDCD"/>
              </a:solidFill>
              <a:prstDash val="dash"/>
              <a:round/>
              <a:headEnd type="none" w="med" len="med"/>
              <a:tailEnd type="none" w="med" len="med"/>
            </a:ln>
          </p:spPr>
        </p:cxnSp>
        <p:cxnSp>
          <p:nvCxnSpPr>
            <p:cNvPr id="1072" name="直接连接符 51"/>
            <p:cNvCxnSpPr/>
            <p:nvPr/>
          </p:nvCxnSpPr>
          <p:spPr>
            <a:xfrm flipH="1">
              <a:off x="5267325" y="3317966"/>
              <a:ext cx="506459" cy="914397"/>
            </a:xfrm>
            <a:prstGeom prst="line">
              <a:avLst/>
            </a:prstGeom>
            <a:ln w="9525" cap="flat" cmpd="sng">
              <a:solidFill>
                <a:srgbClr val="CDCDCD"/>
              </a:solidFill>
              <a:prstDash val="dash"/>
              <a:round/>
              <a:headEnd type="none" w="med" len="med"/>
              <a:tailEnd type="none" w="med" len="med"/>
            </a:ln>
          </p:spPr>
        </p:cxnSp>
        <p:cxnSp>
          <p:nvCxnSpPr>
            <p:cNvPr id="1073" name="直接连接符 52"/>
            <p:cNvCxnSpPr/>
            <p:nvPr/>
          </p:nvCxnSpPr>
          <p:spPr>
            <a:xfrm flipH="1" flipV="1">
              <a:off x="4093030" y="4101737"/>
              <a:ext cx="1174295" cy="130628"/>
            </a:xfrm>
            <a:prstGeom prst="line">
              <a:avLst/>
            </a:prstGeom>
            <a:ln w="9525" cap="flat" cmpd="sng">
              <a:solidFill>
                <a:srgbClr val="CDCDCD"/>
              </a:solidFill>
              <a:prstDash val="dash"/>
              <a:round/>
              <a:headEnd type="none" w="med" len="med"/>
              <a:tailEnd type="none" w="med" len="med"/>
            </a:ln>
          </p:spPr>
        </p:cxnSp>
        <p:cxnSp>
          <p:nvCxnSpPr>
            <p:cNvPr id="1074" name="直接连接符 53"/>
            <p:cNvCxnSpPr/>
            <p:nvPr/>
          </p:nvCxnSpPr>
          <p:spPr>
            <a:xfrm flipH="1">
              <a:off x="4572000" y="4232365"/>
              <a:ext cx="695325" cy="911135"/>
            </a:xfrm>
            <a:prstGeom prst="line">
              <a:avLst/>
            </a:prstGeom>
            <a:ln w="9525" cap="flat" cmpd="sng">
              <a:solidFill>
                <a:srgbClr val="CDCDCD"/>
              </a:solidFill>
              <a:prstDash val="dash"/>
              <a:round/>
              <a:headEnd type="none" w="med" len="med"/>
              <a:tailEnd type="none" w="med" len="med"/>
            </a:ln>
          </p:spPr>
        </p:cxnSp>
        <p:cxnSp>
          <p:nvCxnSpPr>
            <p:cNvPr id="1075" name="直接连接符 54"/>
            <p:cNvCxnSpPr/>
            <p:nvPr/>
          </p:nvCxnSpPr>
          <p:spPr>
            <a:xfrm flipV="1">
              <a:off x="5773783" y="0"/>
              <a:ext cx="269966" cy="618309"/>
            </a:xfrm>
            <a:prstGeom prst="line">
              <a:avLst/>
            </a:prstGeom>
            <a:ln w="9525" cap="flat" cmpd="sng">
              <a:solidFill>
                <a:srgbClr val="CDCDCD"/>
              </a:solidFill>
              <a:prstDash val="dash"/>
              <a:round/>
              <a:headEnd type="none" w="med" len="med"/>
              <a:tailEnd type="none" w="med" len="med"/>
            </a:ln>
          </p:spPr>
        </p:cxnSp>
        <p:cxnSp>
          <p:nvCxnSpPr>
            <p:cNvPr id="1076" name="直接连接符 55"/>
            <p:cNvCxnSpPr/>
            <p:nvPr/>
          </p:nvCxnSpPr>
          <p:spPr>
            <a:xfrm flipH="1" flipV="1">
              <a:off x="5773783" y="618309"/>
              <a:ext cx="1454331" cy="783771"/>
            </a:xfrm>
            <a:prstGeom prst="line">
              <a:avLst/>
            </a:prstGeom>
            <a:ln w="9525" cap="flat" cmpd="sng">
              <a:solidFill>
                <a:srgbClr val="CDCDCD"/>
              </a:solidFill>
              <a:prstDash val="dash"/>
              <a:round/>
              <a:headEnd type="none" w="med" len="med"/>
              <a:tailEnd type="none" w="med" len="med"/>
            </a:ln>
          </p:spPr>
        </p:cxnSp>
        <p:cxnSp>
          <p:nvCxnSpPr>
            <p:cNvPr id="1077" name="直接连接符 56"/>
            <p:cNvCxnSpPr/>
            <p:nvPr/>
          </p:nvCxnSpPr>
          <p:spPr>
            <a:xfrm flipH="1">
              <a:off x="5512525" y="1402080"/>
              <a:ext cx="1698172" cy="317863"/>
            </a:xfrm>
            <a:prstGeom prst="line">
              <a:avLst/>
            </a:prstGeom>
            <a:ln w="9525" cap="flat" cmpd="sng">
              <a:solidFill>
                <a:srgbClr val="CDCDCD"/>
              </a:solidFill>
              <a:prstDash val="dash"/>
              <a:round/>
              <a:headEnd type="none" w="med" len="med"/>
              <a:tailEnd type="none" w="med" len="med"/>
            </a:ln>
          </p:spPr>
        </p:cxnSp>
        <p:cxnSp>
          <p:nvCxnSpPr>
            <p:cNvPr id="1078" name="直接连接符 57"/>
            <p:cNvCxnSpPr/>
            <p:nvPr/>
          </p:nvCxnSpPr>
          <p:spPr>
            <a:xfrm flipV="1">
              <a:off x="5773783" y="2455817"/>
              <a:ext cx="1158240" cy="862150"/>
            </a:xfrm>
            <a:prstGeom prst="line">
              <a:avLst/>
            </a:prstGeom>
            <a:ln w="9525" cap="flat" cmpd="sng">
              <a:solidFill>
                <a:srgbClr val="CDCDCD"/>
              </a:solidFill>
              <a:prstDash val="dash"/>
              <a:round/>
              <a:headEnd type="none" w="med" len="med"/>
              <a:tailEnd type="none" w="med" len="med"/>
            </a:ln>
          </p:spPr>
        </p:cxnSp>
        <p:cxnSp>
          <p:nvCxnSpPr>
            <p:cNvPr id="1079" name="直接连接符 58"/>
            <p:cNvCxnSpPr/>
            <p:nvPr/>
          </p:nvCxnSpPr>
          <p:spPr>
            <a:xfrm flipV="1">
              <a:off x="6932023" y="1402080"/>
              <a:ext cx="278674" cy="1053737"/>
            </a:xfrm>
            <a:prstGeom prst="line">
              <a:avLst/>
            </a:prstGeom>
            <a:ln w="9525" cap="flat" cmpd="sng">
              <a:solidFill>
                <a:srgbClr val="CDCDCD"/>
              </a:solidFill>
              <a:prstDash val="dash"/>
              <a:round/>
              <a:headEnd type="none" w="med" len="med"/>
              <a:tailEnd type="none" w="med" len="med"/>
            </a:ln>
          </p:spPr>
        </p:cxnSp>
        <p:cxnSp>
          <p:nvCxnSpPr>
            <p:cNvPr id="1080" name="直接连接符 59"/>
            <p:cNvCxnSpPr/>
            <p:nvPr/>
          </p:nvCxnSpPr>
          <p:spPr>
            <a:xfrm>
              <a:off x="6932023" y="2455817"/>
              <a:ext cx="296091" cy="882287"/>
            </a:xfrm>
            <a:prstGeom prst="line">
              <a:avLst/>
            </a:prstGeom>
            <a:ln w="9525" cap="flat" cmpd="sng">
              <a:solidFill>
                <a:srgbClr val="CDCDCD"/>
              </a:solidFill>
              <a:prstDash val="dash"/>
              <a:round/>
              <a:headEnd type="none" w="med" len="med"/>
              <a:tailEnd type="none" w="med" len="med"/>
            </a:ln>
          </p:spPr>
        </p:cxnSp>
        <p:cxnSp>
          <p:nvCxnSpPr>
            <p:cNvPr id="1081" name="直接连接符 60"/>
            <p:cNvCxnSpPr/>
            <p:nvPr/>
          </p:nvCxnSpPr>
          <p:spPr>
            <a:xfrm flipH="1" flipV="1">
              <a:off x="5773784" y="3317967"/>
              <a:ext cx="1445623" cy="11429"/>
            </a:xfrm>
            <a:prstGeom prst="line">
              <a:avLst/>
            </a:prstGeom>
            <a:ln w="9525" cap="flat" cmpd="sng">
              <a:solidFill>
                <a:srgbClr val="CDCDCD"/>
              </a:solidFill>
              <a:prstDash val="dash"/>
              <a:round/>
              <a:headEnd type="none" w="med" len="med"/>
              <a:tailEnd type="none" w="med" len="med"/>
            </a:ln>
          </p:spPr>
        </p:cxnSp>
        <p:cxnSp>
          <p:nvCxnSpPr>
            <p:cNvPr id="1082" name="直接连接符 61"/>
            <p:cNvCxnSpPr/>
            <p:nvPr/>
          </p:nvCxnSpPr>
          <p:spPr>
            <a:xfrm flipH="1" flipV="1">
              <a:off x="5782490" y="3325110"/>
              <a:ext cx="1149533" cy="1029177"/>
            </a:xfrm>
            <a:prstGeom prst="line">
              <a:avLst/>
            </a:prstGeom>
            <a:ln w="9525" cap="flat" cmpd="sng">
              <a:solidFill>
                <a:srgbClr val="CDCDCD"/>
              </a:solidFill>
              <a:prstDash val="dash"/>
              <a:round/>
              <a:headEnd type="none" w="med" len="med"/>
              <a:tailEnd type="none" w="med" len="med"/>
            </a:ln>
          </p:spPr>
        </p:cxnSp>
        <p:cxnSp>
          <p:nvCxnSpPr>
            <p:cNvPr id="1083" name="直接连接符 62"/>
            <p:cNvCxnSpPr/>
            <p:nvPr/>
          </p:nvCxnSpPr>
          <p:spPr>
            <a:xfrm>
              <a:off x="5276031" y="4232363"/>
              <a:ext cx="1203146" cy="911137"/>
            </a:xfrm>
            <a:prstGeom prst="line">
              <a:avLst/>
            </a:prstGeom>
            <a:ln w="9525" cap="flat" cmpd="sng">
              <a:solidFill>
                <a:srgbClr val="CDCDCD"/>
              </a:solidFill>
              <a:prstDash val="dash"/>
              <a:round/>
              <a:headEnd type="none" w="med" len="med"/>
              <a:tailEnd type="none" w="med" len="med"/>
            </a:ln>
          </p:spPr>
        </p:cxnSp>
        <p:cxnSp>
          <p:nvCxnSpPr>
            <p:cNvPr id="1084" name="直接连接符 63"/>
            <p:cNvCxnSpPr/>
            <p:nvPr/>
          </p:nvCxnSpPr>
          <p:spPr>
            <a:xfrm flipV="1">
              <a:off x="6479177" y="4362994"/>
              <a:ext cx="452846" cy="780506"/>
            </a:xfrm>
            <a:prstGeom prst="line">
              <a:avLst/>
            </a:prstGeom>
            <a:ln w="9525" cap="flat" cmpd="sng">
              <a:solidFill>
                <a:srgbClr val="CDCDCD"/>
              </a:solidFill>
              <a:prstDash val="dash"/>
              <a:round/>
              <a:headEnd type="none" w="med" len="med"/>
              <a:tailEnd type="none" w="med" len="med"/>
            </a:ln>
          </p:spPr>
        </p:cxnSp>
        <p:cxnSp>
          <p:nvCxnSpPr>
            <p:cNvPr id="1085" name="直接连接符 64"/>
            <p:cNvCxnSpPr/>
            <p:nvPr/>
          </p:nvCxnSpPr>
          <p:spPr>
            <a:xfrm flipH="1" flipV="1">
              <a:off x="5267325" y="4223659"/>
              <a:ext cx="1664699" cy="139336"/>
            </a:xfrm>
            <a:prstGeom prst="line">
              <a:avLst/>
            </a:prstGeom>
            <a:ln w="9525" cap="flat" cmpd="sng">
              <a:solidFill>
                <a:srgbClr val="CDCDCD"/>
              </a:solidFill>
              <a:prstDash val="dash"/>
              <a:round/>
              <a:headEnd type="none" w="med" len="med"/>
              <a:tailEnd type="none" w="med" len="med"/>
            </a:ln>
          </p:spPr>
        </p:cxnSp>
        <p:cxnSp>
          <p:nvCxnSpPr>
            <p:cNvPr id="1086" name="直接连接符 65"/>
            <p:cNvCxnSpPr/>
            <p:nvPr/>
          </p:nvCxnSpPr>
          <p:spPr>
            <a:xfrm flipV="1">
              <a:off x="6932023" y="3329394"/>
              <a:ext cx="296091" cy="1033602"/>
            </a:xfrm>
            <a:prstGeom prst="line">
              <a:avLst/>
            </a:prstGeom>
            <a:ln w="9525" cap="flat" cmpd="sng">
              <a:solidFill>
                <a:srgbClr val="CDCDCD"/>
              </a:solidFill>
              <a:prstDash val="dash"/>
              <a:round/>
              <a:headEnd type="none" w="med" len="med"/>
              <a:tailEnd type="none" w="med" len="med"/>
            </a:ln>
          </p:spPr>
        </p:cxnSp>
        <p:cxnSp>
          <p:nvCxnSpPr>
            <p:cNvPr id="1087" name="直接连接符 66"/>
            <p:cNvCxnSpPr/>
            <p:nvPr/>
          </p:nvCxnSpPr>
          <p:spPr>
            <a:xfrm>
              <a:off x="6932023" y="4362994"/>
              <a:ext cx="1045028" cy="780506"/>
            </a:xfrm>
            <a:prstGeom prst="line">
              <a:avLst/>
            </a:prstGeom>
            <a:ln w="9525" cap="flat" cmpd="sng">
              <a:solidFill>
                <a:srgbClr val="CDCDCD"/>
              </a:solidFill>
              <a:prstDash val="dash"/>
              <a:round/>
              <a:headEnd type="none" w="med" len="med"/>
              <a:tailEnd type="none" w="med" len="med"/>
            </a:ln>
          </p:spPr>
        </p:cxnSp>
        <p:cxnSp>
          <p:nvCxnSpPr>
            <p:cNvPr id="1088" name="直接连接符 67"/>
            <p:cNvCxnSpPr/>
            <p:nvPr/>
          </p:nvCxnSpPr>
          <p:spPr>
            <a:xfrm flipH="1" flipV="1">
              <a:off x="7212874" y="1402080"/>
              <a:ext cx="598715" cy="1024890"/>
            </a:xfrm>
            <a:prstGeom prst="line">
              <a:avLst/>
            </a:prstGeom>
            <a:ln w="9525" cap="flat" cmpd="sng">
              <a:solidFill>
                <a:srgbClr val="CDCDCD"/>
              </a:solidFill>
              <a:prstDash val="dash"/>
              <a:round/>
              <a:headEnd type="none" w="med" len="med"/>
              <a:tailEnd type="none" w="med" len="med"/>
            </a:ln>
          </p:spPr>
        </p:cxnSp>
        <p:cxnSp>
          <p:nvCxnSpPr>
            <p:cNvPr id="1089" name="直接连接符 68"/>
            <p:cNvCxnSpPr/>
            <p:nvPr/>
          </p:nvCxnSpPr>
          <p:spPr>
            <a:xfrm flipV="1">
              <a:off x="7210697" y="522514"/>
              <a:ext cx="766354" cy="879566"/>
            </a:xfrm>
            <a:prstGeom prst="line">
              <a:avLst/>
            </a:prstGeom>
            <a:ln w="9525" cap="flat" cmpd="sng">
              <a:solidFill>
                <a:srgbClr val="CDCDCD"/>
              </a:solidFill>
              <a:prstDash val="dash"/>
              <a:round/>
              <a:headEnd type="none" w="med" len="med"/>
              <a:tailEnd type="none" w="med" len="med"/>
            </a:ln>
          </p:spPr>
        </p:cxnSp>
        <p:cxnSp>
          <p:nvCxnSpPr>
            <p:cNvPr id="1090" name="直接连接符 69"/>
            <p:cNvCxnSpPr/>
            <p:nvPr/>
          </p:nvCxnSpPr>
          <p:spPr>
            <a:xfrm flipH="1" flipV="1">
              <a:off x="7280365" y="0"/>
              <a:ext cx="696687" cy="522515"/>
            </a:xfrm>
            <a:prstGeom prst="line">
              <a:avLst/>
            </a:prstGeom>
            <a:ln w="9525" cap="flat" cmpd="sng">
              <a:solidFill>
                <a:srgbClr val="CDCDCD"/>
              </a:solidFill>
              <a:prstDash val="dash"/>
              <a:round/>
              <a:headEnd type="none" w="med" len="med"/>
              <a:tailEnd type="none" w="med" len="med"/>
            </a:ln>
          </p:spPr>
        </p:cxnSp>
        <p:cxnSp>
          <p:nvCxnSpPr>
            <p:cNvPr id="1091" name="直接连接符 70"/>
            <p:cNvCxnSpPr/>
            <p:nvPr/>
          </p:nvCxnSpPr>
          <p:spPr>
            <a:xfrm flipV="1">
              <a:off x="7977051" y="0"/>
              <a:ext cx="1166949" cy="522514"/>
            </a:xfrm>
            <a:prstGeom prst="line">
              <a:avLst/>
            </a:prstGeom>
            <a:ln w="9525" cap="flat" cmpd="sng">
              <a:solidFill>
                <a:srgbClr val="CDCDCD"/>
              </a:solidFill>
              <a:prstDash val="dash"/>
              <a:round/>
              <a:headEnd type="none" w="med" len="med"/>
              <a:tailEnd type="none" w="med" len="med"/>
            </a:ln>
          </p:spPr>
        </p:cxnSp>
        <p:cxnSp>
          <p:nvCxnSpPr>
            <p:cNvPr id="1092" name="直接连接符 71"/>
            <p:cNvCxnSpPr/>
            <p:nvPr/>
          </p:nvCxnSpPr>
          <p:spPr>
            <a:xfrm>
              <a:off x="7977051" y="522514"/>
              <a:ext cx="1166949" cy="531223"/>
            </a:xfrm>
            <a:prstGeom prst="line">
              <a:avLst/>
            </a:prstGeom>
            <a:ln w="9525" cap="flat" cmpd="sng">
              <a:solidFill>
                <a:srgbClr val="CDCDCD"/>
              </a:solidFill>
              <a:prstDash val="dash"/>
              <a:round/>
              <a:headEnd type="none" w="med" len="med"/>
              <a:tailEnd type="none" w="med" len="med"/>
            </a:ln>
          </p:spPr>
        </p:cxnSp>
        <p:cxnSp>
          <p:nvCxnSpPr>
            <p:cNvPr id="1093" name="直接连接符 72"/>
            <p:cNvCxnSpPr/>
            <p:nvPr/>
          </p:nvCxnSpPr>
          <p:spPr>
            <a:xfrm flipH="1">
              <a:off x="8490857" y="1053737"/>
              <a:ext cx="653143" cy="827314"/>
            </a:xfrm>
            <a:prstGeom prst="line">
              <a:avLst/>
            </a:prstGeom>
            <a:ln w="9525" cap="flat" cmpd="sng">
              <a:solidFill>
                <a:srgbClr val="CDCDCD"/>
              </a:solidFill>
              <a:prstDash val="dash"/>
              <a:round/>
              <a:headEnd type="none" w="med" len="med"/>
              <a:tailEnd type="none" w="med" len="med"/>
            </a:ln>
          </p:spPr>
        </p:cxnSp>
        <p:cxnSp>
          <p:nvCxnSpPr>
            <p:cNvPr id="1094" name="直接连接符 73"/>
            <p:cNvCxnSpPr/>
            <p:nvPr/>
          </p:nvCxnSpPr>
          <p:spPr>
            <a:xfrm flipH="1" flipV="1">
              <a:off x="7977051" y="522514"/>
              <a:ext cx="513806" cy="1358537"/>
            </a:xfrm>
            <a:prstGeom prst="line">
              <a:avLst/>
            </a:prstGeom>
            <a:ln w="9525" cap="flat" cmpd="sng">
              <a:solidFill>
                <a:srgbClr val="CDCDCD"/>
              </a:solidFill>
              <a:prstDash val="dash"/>
              <a:round/>
              <a:headEnd type="none" w="med" len="med"/>
              <a:tailEnd type="none" w="med" len="med"/>
            </a:ln>
          </p:spPr>
        </p:cxnSp>
        <p:cxnSp>
          <p:nvCxnSpPr>
            <p:cNvPr id="1095" name="直接连接符 74"/>
            <p:cNvCxnSpPr/>
            <p:nvPr/>
          </p:nvCxnSpPr>
          <p:spPr>
            <a:xfrm flipH="1" flipV="1">
              <a:off x="7228114" y="1402080"/>
              <a:ext cx="1262743" cy="478971"/>
            </a:xfrm>
            <a:prstGeom prst="line">
              <a:avLst/>
            </a:prstGeom>
            <a:ln w="9525" cap="flat" cmpd="sng">
              <a:solidFill>
                <a:srgbClr val="CDCDCD"/>
              </a:solidFill>
              <a:prstDash val="dash"/>
              <a:round/>
              <a:headEnd type="none" w="med" len="med"/>
              <a:tailEnd type="none" w="med" len="med"/>
            </a:ln>
          </p:spPr>
        </p:cxnSp>
        <p:cxnSp>
          <p:nvCxnSpPr>
            <p:cNvPr id="1096" name="直接连接符 75"/>
            <p:cNvCxnSpPr/>
            <p:nvPr/>
          </p:nvCxnSpPr>
          <p:spPr>
            <a:xfrm flipH="1">
              <a:off x="7811589" y="1881051"/>
              <a:ext cx="679268" cy="539932"/>
            </a:xfrm>
            <a:prstGeom prst="line">
              <a:avLst/>
            </a:prstGeom>
            <a:ln w="9525" cap="flat" cmpd="sng">
              <a:solidFill>
                <a:srgbClr val="CDCDCD"/>
              </a:solidFill>
              <a:prstDash val="dash"/>
              <a:round/>
              <a:headEnd type="none" w="med" len="med"/>
              <a:tailEnd type="none" w="med" len="med"/>
            </a:ln>
          </p:spPr>
        </p:cxnSp>
        <p:cxnSp>
          <p:nvCxnSpPr>
            <p:cNvPr id="1097" name="直接连接符 76"/>
            <p:cNvCxnSpPr/>
            <p:nvPr/>
          </p:nvCxnSpPr>
          <p:spPr>
            <a:xfrm>
              <a:off x="8490857" y="1881051"/>
              <a:ext cx="653143" cy="690699"/>
            </a:xfrm>
            <a:prstGeom prst="line">
              <a:avLst/>
            </a:prstGeom>
            <a:ln w="9525" cap="flat" cmpd="sng">
              <a:solidFill>
                <a:srgbClr val="CDCDCD"/>
              </a:solidFill>
              <a:prstDash val="dash"/>
              <a:round/>
              <a:headEnd type="none" w="med" len="med"/>
              <a:tailEnd type="none" w="med" len="med"/>
            </a:ln>
          </p:spPr>
        </p:cxnSp>
        <p:cxnSp>
          <p:nvCxnSpPr>
            <p:cNvPr id="1098" name="直接连接符 77"/>
            <p:cNvCxnSpPr/>
            <p:nvPr/>
          </p:nvCxnSpPr>
          <p:spPr>
            <a:xfrm>
              <a:off x="7228114" y="3329396"/>
              <a:ext cx="923109" cy="579598"/>
            </a:xfrm>
            <a:prstGeom prst="line">
              <a:avLst/>
            </a:prstGeom>
            <a:ln w="9525" cap="flat" cmpd="sng">
              <a:solidFill>
                <a:srgbClr val="CDCDCD"/>
              </a:solidFill>
              <a:prstDash val="dash"/>
              <a:round/>
              <a:headEnd type="none" w="med" len="med"/>
              <a:tailEnd type="none" w="med" len="med"/>
            </a:ln>
          </p:spPr>
        </p:cxnSp>
        <p:cxnSp>
          <p:nvCxnSpPr>
            <p:cNvPr id="1099" name="直接连接符 78"/>
            <p:cNvCxnSpPr/>
            <p:nvPr/>
          </p:nvCxnSpPr>
          <p:spPr>
            <a:xfrm flipV="1">
              <a:off x="8151223" y="2571752"/>
              <a:ext cx="992777" cy="1337242"/>
            </a:xfrm>
            <a:prstGeom prst="line">
              <a:avLst/>
            </a:prstGeom>
            <a:ln w="9525" cap="flat" cmpd="sng">
              <a:solidFill>
                <a:srgbClr val="CDCDCD"/>
              </a:solidFill>
              <a:prstDash val="dash"/>
              <a:round/>
              <a:headEnd type="none" w="med" len="med"/>
              <a:tailEnd type="none" w="med" len="med"/>
            </a:ln>
          </p:spPr>
        </p:cxnSp>
        <p:cxnSp>
          <p:nvCxnSpPr>
            <p:cNvPr id="1100" name="直接连接符 79"/>
            <p:cNvCxnSpPr/>
            <p:nvPr/>
          </p:nvCxnSpPr>
          <p:spPr>
            <a:xfrm>
              <a:off x="8151223" y="3908994"/>
              <a:ext cx="992777" cy="1234506"/>
            </a:xfrm>
            <a:prstGeom prst="line">
              <a:avLst/>
            </a:prstGeom>
            <a:ln w="9525" cap="flat" cmpd="sng">
              <a:solidFill>
                <a:srgbClr val="CDCDCD"/>
              </a:solidFill>
              <a:prstDash val="dash"/>
              <a:round/>
              <a:headEnd type="none" w="med" len="med"/>
              <a:tailEnd type="none" w="med" len="med"/>
            </a:ln>
          </p:spPr>
        </p:cxnSp>
        <p:cxnSp>
          <p:nvCxnSpPr>
            <p:cNvPr id="1101" name="直接连接符 80"/>
            <p:cNvCxnSpPr/>
            <p:nvPr/>
          </p:nvCxnSpPr>
          <p:spPr>
            <a:xfrm flipH="1">
              <a:off x="7977053" y="3917702"/>
              <a:ext cx="174170" cy="1225798"/>
            </a:xfrm>
            <a:prstGeom prst="line">
              <a:avLst/>
            </a:prstGeom>
            <a:ln w="9525" cap="flat" cmpd="sng">
              <a:solidFill>
                <a:srgbClr val="CDCDCD"/>
              </a:solidFill>
              <a:prstDash val="dash"/>
              <a:round/>
              <a:headEnd type="none" w="med" len="med"/>
              <a:tailEnd type="none" w="med" len="med"/>
            </a:ln>
          </p:spPr>
        </p:cxnSp>
        <p:cxnSp>
          <p:nvCxnSpPr>
            <p:cNvPr id="1102" name="直接连接符 81"/>
            <p:cNvCxnSpPr/>
            <p:nvPr/>
          </p:nvCxnSpPr>
          <p:spPr>
            <a:xfrm flipH="1" flipV="1">
              <a:off x="5519058" y="1724296"/>
              <a:ext cx="1412965" cy="731521"/>
            </a:xfrm>
            <a:prstGeom prst="line">
              <a:avLst/>
            </a:prstGeom>
            <a:ln w="9525" cap="flat" cmpd="sng">
              <a:solidFill>
                <a:srgbClr val="CDCDCD"/>
              </a:solidFill>
              <a:prstDash val="dash"/>
              <a:round/>
              <a:headEnd type="none" w="med" len="med"/>
              <a:tailEnd type="none" w="med" len="med"/>
            </a:ln>
          </p:spPr>
        </p:cxnSp>
        <p:cxnSp>
          <p:nvCxnSpPr>
            <p:cNvPr id="1103" name="直接连接符 82"/>
            <p:cNvCxnSpPr/>
            <p:nvPr/>
          </p:nvCxnSpPr>
          <p:spPr>
            <a:xfrm flipV="1">
              <a:off x="7228114" y="2426970"/>
              <a:ext cx="583475" cy="902426"/>
            </a:xfrm>
            <a:prstGeom prst="line">
              <a:avLst/>
            </a:prstGeom>
            <a:ln w="9525" cap="flat" cmpd="sng">
              <a:solidFill>
                <a:srgbClr val="CDCDCD"/>
              </a:solidFill>
              <a:prstDash val="dash"/>
              <a:round/>
              <a:headEnd type="none" w="med" len="med"/>
              <a:tailEnd type="none" w="med" len="med"/>
            </a:ln>
          </p:spPr>
        </p:cxnSp>
        <p:cxnSp>
          <p:nvCxnSpPr>
            <p:cNvPr id="1104" name="直接连接符 83"/>
            <p:cNvCxnSpPr/>
            <p:nvPr/>
          </p:nvCxnSpPr>
          <p:spPr>
            <a:xfrm>
              <a:off x="7811589" y="2426970"/>
              <a:ext cx="1332411" cy="144780"/>
            </a:xfrm>
            <a:prstGeom prst="line">
              <a:avLst/>
            </a:prstGeom>
            <a:ln w="9525" cap="flat" cmpd="sng">
              <a:solidFill>
                <a:srgbClr val="CDCDCD"/>
              </a:solidFill>
              <a:prstDash val="dash"/>
              <a:round/>
              <a:headEnd type="none" w="med" len="med"/>
              <a:tailEnd type="none" w="med" len="med"/>
            </a:ln>
          </p:spPr>
        </p:cxnSp>
        <p:cxnSp>
          <p:nvCxnSpPr>
            <p:cNvPr id="1105" name="直接连接符 84"/>
            <p:cNvCxnSpPr/>
            <p:nvPr/>
          </p:nvCxnSpPr>
          <p:spPr>
            <a:xfrm flipH="1">
              <a:off x="6932023" y="2426970"/>
              <a:ext cx="879566" cy="28847"/>
            </a:xfrm>
            <a:prstGeom prst="line">
              <a:avLst/>
            </a:prstGeom>
            <a:ln w="9525" cap="flat" cmpd="sng">
              <a:solidFill>
                <a:srgbClr val="CDCDCD"/>
              </a:solidFill>
              <a:prstDash val="dash"/>
              <a:round/>
              <a:headEnd type="none" w="med" len="med"/>
              <a:tailEnd type="none" w="med" len="med"/>
            </a:ln>
          </p:spPr>
        </p:cxnSp>
        <p:cxnSp>
          <p:nvCxnSpPr>
            <p:cNvPr id="1106" name="直接连接符 85"/>
            <p:cNvCxnSpPr/>
            <p:nvPr/>
          </p:nvCxnSpPr>
          <p:spPr>
            <a:xfrm>
              <a:off x="7811589" y="2426970"/>
              <a:ext cx="339634" cy="1482024"/>
            </a:xfrm>
            <a:prstGeom prst="line">
              <a:avLst/>
            </a:prstGeom>
            <a:ln w="9525" cap="flat" cmpd="sng">
              <a:solidFill>
                <a:srgbClr val="CDCDCD"/>
              </a:solidFill>
              <a:prstDash val="dash"/>
              <a:round/>
              <a:headEnd type="none" w="med" len="med"/>
              <a:tailEnd type="none" w="med" len="med"/>
            </a:ln>
          </p:spPr>
        </p:cxnSp>
        <p:cxnSp>
          <p:nvCxnSpPr>
            <p:cNvPr id="1107" name="直接连接符 86"/>
            <p:cNvCxnSpPr/>
            <p:nvPr/>
          </p:nvCxnSpPr>
          <p:spPr>
            <a:xfrm flipH="1">
              <a:off x="7201989" y="0"/>
              <a:ext cx="87086" cy="1409223"/>
            </a:xfrm>
            <a:prstGeom prst="line">
              <a:avLst/>
            </a:prstGeom>
            <a:ln w="9525" cap="flat" cmpd="sng">
              <a:solidFill>
                <a:srgbClr val="CDCDCD"/>
              </a:solidFill>
              <a:prstDash val="dash"/>
              <a:round/>
              <a:headEnd type="none" w="med" len="med"/>
              <a:tailEnd type="none" w="med" len="med"/>
            </a:ln>
          </p:spPr>
        </p:cxnSp>
        <p:cxnSp>
          <p:nvCxnSpPr>
            <p:cNvPr id="1108" name="直接连接符 87"/>
            <p:cNvCxnSpPr/>
            <p:nvPr/>
          </p:nvCxnSpPr>
          <p:spPr>
            <a:xfrm flipH="1" flipV="1">
              <a:off x="4389120" y="2690949"/>
              <a:ext cx="878205" cy="1541414"/>
            </a:xfrm>
            <a:prstGeom prst="line">
              <a:avLst/>
            </a:prstGeom>
            <a:ln w="9525" cap="flat" cmpd="sng">
              <a:solidFill>
                <a:srgbClr val="CDCDCD"/>
              </a:solidFill>
              <a:prstDash val="dash"/>
              <a:round/>
              <a:headEnd type="none" w="med" len="med"/>
              <a:tailEnd type="none" w="med" len="med"/>
            </a:ln>
          </p:spPr>
        </p:cxnSp>
        <p:cxnSp>
          <p:nvCxnSpPr>
            <p:cNvPr id="1109" name="直接连接符 88"/>
            <p:cNvCxnSpPr/>
            <p:nvPr/>
          </p:nvCxnSpPr>
          <p:spPr>
            <a:xfrm flipH="1" flipV="1">
              <a:off x="677363" y="2969623"/>
              <a:ext cx="332289" cy="992777"/>
            </a:xfrm>
            <a:prstGeom prst="line">
              <a:avLst/>
            </a:prstGeom>
            <a:ln w="9525" cap="flat" cmpd="sng">
              <a:solidFill>
                <a:srgbClr val="CDCDCD"/>
              </a:solidFill>
              <a:prstDash val="dash"/>
              <a:round/>
              <a:headEnd type="none" w="med" len="med"/>
              <a:tailEnd type="none" w="med" len="med"/>
            </a:ln>
          </p:spPr>
        </p:cxnSp>
        <p:cxnSp>
          <p:nvCxnSpPr>
            <p:cNvPr id="1110" name="直接连接符 89"/>
            <p:cNvCxnSpPr/>
            <p:nvPr/>
          </p:nvCxnSpPr>
          <p:spPr>
            <a:xfrm>
              <a:off x="1007203" y="3971108"/>
              <a:ext cx="741042" cy="130628"/>
            </a:xfrm>
            <a:prstGeom prst="line">
              <a:avLst/>
            </a:prstGeom>
            <a:ln w="9525" cap="flat" cmpd="sng">
              <a:solidFill>
                <a:srgbClr val="CDCDCD"/>
              </a:solidFill>
              <a:prstDash val="dash"/>
              <a:round/>
              <a:headEnd type="none" w="med" len="med"/>
              <a:tailEnd type="none" w="med" len="med"/>
            </a:ln>
          </p:spPr>
        </p:cxnSp>
        <p:cxnSp>
          <p:nvCxnSpPr>
            <p:cNvPr id="1111" name="直接连接符 90"/>
            <p:cNvCxnSpPr/>
            <p:nvPr/>
          </p:nvCxnSpPr>
          <p:spPr>
            <a:xfrm flipH="1">
              <a:off x="905691" y="3971108"/>
              <a:ext cx="103961" cy="1168039"/>
            </a:xfrm>
            <a:prstGeom prst="line">
              <a:avLst/>
            </a:prstGeom>
            <a:ln w="9525" cap="flat" cmpd="sng">
              <a:solidFill>
                <a:srgbClr val="CDCDCD"/>
              </a:solidFill>
              <a:prstDash val="dash"/>
              <a:round/>
              <a:headEnd type="none" w="med" len="med"/>
              <a:tailEnd type="none" w="med" len="med"/>
            </a:ln>
          </p:spPr>
        </p:cxnSp>
        <p:cxnSp>
          <p:nvCxnSpPr>
            <p:cNvPr id="1112" name="直接连接符 91"/>
            <p:cNvCxnSpPr/>
            <p:nvPr/>
          </p:nvCxnSpPr>
          <p:spPr>
            <a:xfrm flipV="1">
              <a:off x="6932023" y="3917702"/>
              <a:ext cx="1203146" cy="445293"/>
            </a:xfrm>
            <a:prstGeom prst="line">
              <a:avLst/>
            </a:prstGeom>
            <a:ln w="9525" cap="flat" cmpd="sng">
              <a:solidFill>
                <a:srgbClr val="CDCDCD"/>
              </a:solidFill>
              <a:prstDash val="dash"/>
              <a:round/>
              <a:headEnd type="none" w="med" len="med"/>
              <a:tailEnd type="none" w="med" len="med"/>
            </a:ln>
          </p:spPr>
        </p:cxnSp>
        <p:cxnSp>
          <p:nvCxnSpPr>
            <p:cNvPr id="1113" name="直接连接符 92"/>
            <p:cNvCxnSpPr/>
            <p:nvPr/>
          </p:nvCxnSpPr>
          <p:spPr>
            <a:xfrm flipV="1">
              <a:off x="8151223" y="3675017"/>
              <a:ext cx="992777" cy="233977"/>
            </a:xfrm>
            <a:prstGeom prst="line">
              <a:avLst/>
            </a:prstGeom>
            <a:ln w="9525" cap="flat" cmpd="sng">
              <a:solidFill>
                <a:srgbClr val="CDCDCD"/>
              </a:solidFill>
              <a:prstDash val="dash"/>
              <a:round/>
              <a:headEnd type="none" w="med" len="med"/>
              <a:tailEnd type="none" w="med" len="med"/>
            </a:ln>
          </p:spPr>
        </p:cxnSp>
        <p:cxnSp>
          <p:nvCxnSpPr>
            <p:cNvPr id="1114" name="直接连接符 93"/>
            <p:cNvCxnSpPr/>
            <p:nvPr/>
          </p:nvCxnSpPr>
          <p:spPr>
            <a:xfrm flipH="1">
              <a:off x="548640" y="0"/>
              <a:ext cx="1138101" cy="701040"/>
            </a:xfrm>
            <a:prstGeom prst="line">
              <a:avLst/>
            </a:prstGeom>
            <a:ln w="9525" cap="flat" cmpd="sng">
              <a:solidFill>
                <a:srgbClr val="CDCDCD"/>
              </a:solidFill>
              <a:prstDash val="dash"/>
              <a:round/>
              <a:headEnd type="none" w="med" len="med"/>
              <a:tailEnd type="none" w="med" len="med"/>
            </a:ln>
          </p:spPr>
        </p:cxnSp>
        <p:cxnSp>
          <p:nvCxnSpPr>
            <p:cNvPr id="1115" name="直接连接符 94"/>
            <p:cNvCxnSpPr/>
            <p:nvPr/>
          </p:nvCxnSpPr>
          <p:spPr>
            <a:xfrm>
              <a:off x="551907" y="701040"/>
              <a:ext cx="969372" cy="351067"/>
            </a:xfrm>
            <a:prstGeom prst="line">
              <a:avLst/>
            </a:prstGeom>
            <a:ln w="9525" cap="flat" cmpd="sng">
              <a:solidFill>
                <a:srgbClr val="CDCDCD"/>
              </a:solidFill>
              <a:prstDash val="dash"/>
              <a:round/>
              <a:headEnd type="none" w="med" len="med"/>
              <a:tailEnd type="none" w="med" len="med"/>
            </a:ln>
          </p:spPr>
        </p:cxnSp>
        <p:cxnSp>
          <p:nvCxnSpPr>
            <p:cNvPr id="1116" name="直接连接符 95"/>
            <p:cNvCxnSpPr/>
            <p:nvPr/>
          </p:nvCxnSpPr>
          <p:spPr>
            <a:xfrm flipH="1">
              <a:off x="0" y="701040"/>
              <a:ext cx="544287" cy="1084217"/>
            </a:xfrm>
            <a:prstGeom prst="line">
              <a:avLst/>
            </a:prstGeom>
            <a:ln w="9525" cap="flat" cmpd="sng">
              <a:solidFill>
                <a:srgbClr val="CDCDCD"/>
              </a:solidFill>
              <a:prstDash val="dash"/>
              <a:round/>
              <a:headEnd type="none" w="med" len="med"/>
              <a:tailEnd type="none" w="med" len="med"/>
            </a:ln>
          </p:spPr>
        </p:cxnSp>
        <p:cxnSp>
          <p:nvCxnSpPr>
            <p:cNvPr id="1117" name="直接连接符 96"/>
            <p:cNvCxnSpPr/>
            <p:nvPr/>
          </p:nvCxnSpPr>
          <p:spPr>
            <a:xfrm flipH="1" flipV="1">
              <a:off x="0" y="0"/>
              <a:ext cx="546466" cy="694509"/>
            </a:xfrm>
            <a:prstGeom prst="line">
              <a:avLst/>
            </a:prstGeom>
            <a:ln w="9525" cap="flat" cmpd="sng">
              <a:solidFill>
                <a:srgbClr val="CDCDCD"/>
              </a:solidFill>
              <a:prstDash val="dash"/>
              <a:round/>
              <a:headEnd type="none" w="med" len="med"/>
              <a:tailEnd type="none" w="med" len="med"/>
            </a:ln>
          </p:spPr>
        </p:cxnSp>
        <p:cxnSp>
          <p:nvCxnSpPr>
            <p:cNvPr id="1118" name="直接连接符 97"/>
            <p:cNvCxnSpPr/>
            <p:nvPr/>
          </p:nvCxnSpPr>
          <p:spPr>
            <a:xfrm flipH="1">
              <a:off x="5782491" y="16600"/>
              <a:ext cx="1506584" cy="601709"/>
            </a:xfrm>
            <a:prstGeom prst="line">
              <a:avLst/>
            </a:prstGeom>
            <a:ln w="9525" cap="flat" cmpd="sng">
              <a:solidFill>
                <a:srgbClr val="CDCDCD"/>
              </a:solidFill>
              <a:prstDash val="dash"/>
              <a:round/>
              <a:headEnd type="none" w="med" len="med"/>
              <a:tailEnd type="none" w="med" len="med"/>
            </a:ln>
          </p:spPr>
        </p:cxnSp>
      </p:grpSp>
      <p:sp>
        <p:nvSpPr>
          <p:cNvPr id="2" name="Date Placeholder 3"/>
          <p:cNvSpPr>
            <a:spLocks noGrp="1" noChangeArrowheads="1"/>
          </p:cNvSpPr>
          <p:nvPr>
            <p:ph type="dt" sz="half" idx="2"/>
          </p:nvPr>
        </p:nvSpPr>
        <p:spPr bwMode="auto">
          <a:xfrm>
            <a:off x="628650" y="4767263"/>
            <a:ext cx="2057400" cy="274638"/>
          </a:xfrm>
          <a:prstGeom prst="rect">
            <a:avLst/>
          </a:prstGeom>
          <a:noFill/>
          <a:ln w="9525">
            <a:noFill/>
            <a:miter lim="800000"/>
          </a:ln>
        </p:spPr>
        <p:txBody>
          <a:bodyPr vert="horz" wrap="square" lIns="91440" tIns="45720" rIns="91440" bIns="45720" numCol="1" anchor="ctr" anchorCtr="0" compatLnSpc="1"/>
          <a:lstStyle>
            <a:lvl1pPr eaLnBrk="1" hangingPunct="1">
              <a:defRPr sz="900">
                <a:solidFill>
                  <a:srgbClr val="898989"/>
                </a:solidFill>
                <a:ea typeface="Microsoft YaHei" panose="020B0503020204020204" pitchFamily="34" charset="-122"/>
              </a:defRPr>
            </a:lvl1pPr>
          </a:lstStyle>
          <a:p>
            <a:pPr marL="0" marR="0" lvl="0" indent="0" algn="l" defTabSz="6858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0">
              <a:ln>
                <a:noFill/>
              </a:ln>
              <a:solidFill>
                <a:srgbClr val="898989"/>
              </a:solidFill>
              <a:effectLst/>
              <a:uLnTx/>
              <a:uFillTx/>
              <a:latin typeface="Calibri" panose="020F0502020204030204" pitchFamily="34" charset="0"/>
              <a:ea typeface="Microsoft YaHei" panose="020B0503020204020204" pitchFamily="34" charset="-122"/>
              <a:cs typeface="+mn-cs"/>
            </a:endParaRPr>
          </a:p>
        </p:txBody>
      </p:sp>
      <p:sp>
        <p:nvSpPr>
          <p:cNvPr id="3" name="Footer Placeholder 4"/>
          <p:cNvSpPr>
            <a:spLocks noGrp="1" noChangeArrowheads="1"/>
          </p:cNvSpPr>
          <p:nvPr>
            <p:ph type="ftr" sz="quarter" idx="3"/>
          </p:nvPr>
        </p:nvSpPr>
        <p:spPr bwMode="auto">
          <a:xfrm>
            <a:off x="3028950" y="4767263"/>
            <a:ext cx="3086100" cy="274638"/>
          </a:xfrm>
          <a:prstGeom prst="rect">
            <a:avLst/>
          </a:prstGeom>
          <a:noFill/>
          <a:ln w="9525">
            <a:noFill/>
            <a:miter lim="800000"/>
          </a:ln>
        </p:spPr>
        <p:txBody>
          <a:bodyPr vert="horz" wrap="square" lIns="91440" tIns="45720" rIns="91440" bIns="45720" numCol="1" anchor="ctr" anchorCtr="0" compatLnSpc="1"/>
          <a:lstStyle>
            <a:lvl1pPr algn="ctr" eaLnBrk="1" hangingPunct="1">
              <a:defRPr sz="900">
                <a:solidFill>
                  <a:srgbClr val="898989"/>
                </a:solidFill>
                <a:ea typeface="Microsoft YaHei" panose="020B0503020204020204" pitchFamily="34" charset="-122"/>
              </a:defRPr>
            </a:lvl1pPr>
          </a:lstStyle>
          <a:p>
            <a:pPr marL="0" marR="0" lvl="0" indent="0" algn="ctr" defTabSz="6858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0">
              <a:ln>
                <a:noFill/>
              </a:ln>
              <a:solidFill>
                <a:srgbClr val="898989"/>
              </a:solidFill>
              <a:effectLst/>
              <a:uLnTx/>
              <a:uFillTx/>
              <a:latin typeface="Calibri" panose="020F0502020204030204" pitchFamily="34" charset="0"/>
              <a:ea typeface="Microsoft YaHei" panose="020B0503020204020204" pitchFamily="34" charset="-122"/>
              <a:cs typeface="+mn-cs"/>
            </a:endParaRPr>
          </a:p>
        </p:txBody>
      </p:sp>
      <p:sp>
        <p:nvSpPr>
          <p:cNvPr id="4" name="Slide Number Placeholder 5"/>
          <p:cNvSpPr>
            <a:spLocks noGrp="1" noChangeArrowheads="1"/>
          </p:cNvSpPr>
          <p:nvPr>
            <p:ph type="sldNum" sz="quarter" idx="4"/>
          </p:nvPr>
        </p:nvSpPr>
        <p:spPr bwMode="auto">
          <a:xfrm>
            <a:off x="6457950" y="4767263"/>
            <a:ext cx="2057400" cy="274638"/>
          </a:xfrm>
          <a:prstGeom prst="rect">
            <a:avLst/>
          </a:prstGeom>
          <a:noFill/>
          <a:ln w="9525">
            <a:noFill/>
            <a:miter lim="800000"/>
          </a:ln>
        </p:spPr>
        <p:txBody>
          <a:bodyPr vert="horz" wrap="square" lIns="91440" tIns="45720" rIns="91440" bIns="45720" numCol="1" anchor="ctr" anchorCtr="0" compatLnSpc="1"/>
          <a:lstStyle>
            <a:lvl1pPr algn="r">
              <a:defRPr sz="900">
                <a:solidFill>
                  <a:srgbClr val="898989"/>
                </a:solidFill>
                <a:ea typeface="Microsoft YaHei" panose="020B0503020204020204" pitchFamily="34" charset="-122"/>
              </a:defRPr>
            </a:lvl1pPr>
          </a:lstStyle>
          <a:p>
            <a:pPr lvl="0" eaLnBrk="1" fontAlgn="base" hangingPunct="1"/>
            <a:fld id="{9A0DB2DC-4C9A-4742-B13C-FB6460FD3503}" type="slidenum">
              <a:rPr lang="zh-CN" altLang="en-US" strike="noStrike" noProof="1" dirty="0">
                <a:latin typeface="Calibri" panose="020F0502020204030204" pitchFamily="34" charset="0"/>
                <a:ea typeface="Microsoft YaHei" panose="020B0503020204020204" pitchFamily="34" charset="-122"/>
                <a:cs typeface="+mn-cs"/>
              </a:rPr>
              <a:t>‹#›</a:t>
            </a:fld>
            <a:endParaRPr lang="zh-CN" altLang="en-US" strike="noStrike" noProof="1">
              <a:latin typeface="Calibri" panose="020F050202020403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push/>
  </p:transition>
  <p:hf sldNum="0" hdr="0" ftr="0" dt="0"/>
  <p:txStyles>
    <p:titleStyle>
      <a:lvl1pPr algn="l" defTabSz="685800" rtl="0" fontAlgn="base">
        <a:lnSpc>
          <a:spcPct val="90000"/>
        </a:lnSpc>
        <a:spcBef>
          <a:spcPct val="0"/>
        </a:spcBef>
        <a:spcAft>
          <a:spcPct val="0"/>
        </a:spcAft>
        <a:defRPr sz="3300">
          <a:solidFill>
            <a:schemeClr val="tx1"/>
          </a:solidFill>
          <a:latin typeface="+mj-lt"/>
          <a:ea typeface="+mj-ea"/>
          <a:cs typeface="+mj-cs"/>
        </a:defRPr>
      </a:lvl1pPr>
      <a:lvl2pPr algn="l" defTabSz="685800" rtl="0" fontAlgn="base">
        <a:lnSpc>
          <a:spcPct val="90000"/>
        </a:lnSpc>
        <a:spcBef>
          <a:spcPct val="0"/>
        </a:spcBef>
        <a:spcAft>
          <a:spcPct val="0"/>
        </a:spcAft>
        <a:defRPr sz="3300">
          <a:solidFill>
            <a:schemeClr val="tx1"/>
          </a:solidFill>
          <a:latin typeface="Calibri Light" panose="020F0302020204030204" pitchFamily="34" charset="0"/>
          <a:ea typeface="SimSun" panose="02010600030101010101" pitchFamily="2" charset="-122"/>
        </a:defRPr>
      </a:lvl2pPr>
      <a:lvl3pPr algn="l" defTabSz="685800" rtl="0" fontAlgn="base">
        <a:lnSpc>
          <a:spcPct val="90000"/>
        </a:lnSpc>
        <a:spcBef>
          <a:spcPct val="0"/>
        </a:spcBef>
        <a:spcAft>
          <a:spcPct val="0"/>
        </a:spcAft>
        <a:defRPr sz="3300">
          <a:solidFill>
            <a:schemeClr val="tx1"/>
          </a:solidFill>
          <a:latin typeface="Calibri Light" panose="020F0302020204030204" pitchFamily="34" charset="0"/>
          <a:ea typeface="SimSun" panose="02010600030101010101" pitchFamily="2" charset="-122"/>
        </a:defRPr>
      </a:lvl3pPr>
      <a:lvl4pPr algn="l" defTabSz="685800" rtl="0" fontAlgn="base">
        <a:lnSpc>
          <a:spcPct val="90000"/>
        </a:lnSpc>
        <a:spcBef>
          <a:spcPct val="0"/>
        </a:spcBef>
        <a:spcAft>
          <a:spcPct val="0"/>
        </a:spcAft>
        <a:defRPr sz="3300">
          <a:solidFill>
            <a:schemeClr val="tx1"/>
          </a:solidFill>
          <a:latin typeface="Calibri Light" panose="020F0302020204030204" pitchFamily="34" charset="0"/>
          <a:ea typeface="SimSun" panose="02010600030101010101" pitchFamily="2" charset="-122"/>
        </a:defRPr>
      </a:lvl4pPr>
      <a:lvl5pPr algn="l" defTabSz="685800" rtl="0" fontAlgn="base">
        <a:lnSpc>
          <a:spcPct val="90000"/>
        </a:lnSpc>
        <a:spcBef>
          <a:spcPct val="0"/>
        </a:spcBef>
        <a:spcAft>
          <a:spcPct val="0"/>
        </a:spcAft>
        <a:defRPr sz="3300">
          <a:solidFill>
            <a:schemeClr val="tx1"/>
          </a:solidFill>
          <a:latin typeface="Calibri Light" panose="020F0302020204030204" pitchFamily="34" charset="0"/>
          <a:ea typeface="SimSun" panose="02010600030101010101" pitchFamily="2" charset="-122"/>
        </a:defRPr>
      </a:lvl5pPr>
      <a:lvl6pPr marL="457200" algn="l" defTabSz="685800" rtl="0" fontAlgn="base">
        <a:lnSpc>
          <a:spcPct val="90000"/>
        </a:lnSpc>
        <a:spcBef>
          <a:spcPct val="0"/>
        </a:spcBef>
        <a:spcAft>
          <a:spcPct val="0"/>
        </a:spcAft>
        <a:defRPr sz="3300">
          <a:solidFill>
            <a:schemeClr val="tx1"/>
          </a:solidFill>
          <a:latin typeface="Calibri Light" panose="020F0302020204030204" pitchFamily="34" charset="0"/>
          <a:ea typeface="SimSun" panose="02010600030101010101" pitchFamily="2" charset="-122"/>
        </a:defRPr>
      </a:lvl6pPr>
      <a:lvl7pPr marL="914400" algn="l" defTabSz="685800" rtl="0" fontAlgn="base">
        <a:lnSpc>
          <a:spcPct val="90000"/>
        </a:lnSpc>
        <a:spcBef>
          <a:spcPct val="0"/>
        </a:spcBef>
        <a:spcAft>
          <a:spcPct val="0"/>
        </a:spcAft>
        <a:defRPr sz="3300">
          <a:solidFill>
            <a:schemeClr val="tx1"/>
          </a:solidFill>
          <a:latin typeface="Calibri Light" panose="020F0302020204030204" pitchFamily="34" charset="0"/>
          <a:ea typeface="SimSun" panose="02010600030101010101" pitchFamily="2" charset="-122"/>
        </a:defRPr>
      </a:lvl7pPr>
      <a:lvl8pPr marL="1371600" algn="l" defTabSz="685800" rtl="0" fontAlgn="base">
        <a:lnSpc>
          <a:spcPct val="90000"/>
        </a:lnSpc>
        <a:spcBef>
          <a:spcPct val="0"/>
        </a:spcBef>
        <a:spcAft>
          <a:spcPct val="0"/>
        </a:spcAft>
        <a:defRPr sz="3300">
          <a:solidFill>
            <a:schemeClr val="tx1"/>
          </a:solidFill>
          <a:latin typeface="Calibri Light" panose="020F0302020204030204" pitchFamily="34" charset="0"/>
          <a:ea typeface="SimSun" panose="02010600030101010101" pitchFamily="2" charset="-122"/>
        </a:defRPr>
      </a:lvl8pPr>
      <a:lvl9pPr marL="1828800" algn="l" defTabSz="685800" rtl="0" fontAlgn="base">
        <a:lnSpc>
          <a:spcPct val="90000"/>
        </a:lnSpc>
        <a:spcBef>
          <a:spcPct val="0"/>
        </a:spcBef>
        <a:spcAft>
          <a:spcPct val="0"/>
        </a:spcAft>
        <a:defRPr sz="3300">
          <a:solidFill>
            <a:schemeClr val="tx1"/>
          </a:solidFill>
          <a:latin typeface="Calibri Light" panose="020F0302020204030204" pitchFamily="34" charset="0"/>
          <a:ea typeface="SimSun" panose="02010600030101010101" pitchFamily="2" charset="-122"/>
        </a:defRPr>
      </a:lvl9pPr>
    </p:titleStyle>
    <p:bodyStyle>
      <a:lvl1pPr marL="171450" indent="-171450" algn="l" defTabSz="685800" rtl="0" fontAlgn="base">
        <a:lnSpc>
          <a:spcPct val="90000"/>
        </a:lnSpc>
        <a:spcBef>
          <a:spcPts val="750"/>
        </a:spcBef>
        <a:spcAft>
          <a:spcPct val="0"/>
        </a:spcAft>
        <a:buFont typeface="Arial" panose="020B0604020202020204" pitchFamily="34" charset="0"/>
        <a:buChar char="•"/>
        <a:defRPr sz="2100">
          <a:solidFill>
            <a:schemeClr val="tx1"/>
          </a:solidFill>
          <a:latin typeface="+mn-lt"/>
          <a:ea typeface="+mn-ea"/>
          <a:cs typeface="+mn-cs"/>
        </a:defRPr>
      </a:lvl1pPr>
      <a:lvl2pPr marL="514350" indent="-171450" algn="l" defTabSz="685800" rtl="0" fontAlgn="base">
        <a:lnSpc>
          <a:spcPct val="90000"/>
        </a:lnSpc>
        <a:spcBef>
          <a:spcPts val="375"/>
        </a:spcBef>
        <a:spcAft>
          <a:spcPct val="0"/>
        </a:spcAft>
        <a:buFont typeface="Arial" panose="020B0604020202020204" pitchFamily="34" charset="0"/>
        <a:buChar char="•"/>
        <a:defRPr sz="2100">
          <a:solidFill>
            <a:schemeClr val="tx1"/>
          </a:solidFill>
          <a:latin typeface="+mn-lt"/>
          <a:ea typeface="+mn-ea"/>
        </a:defRPr>
      </a:lvl2pPr>
      <a:lvl3pPr marL="857250" indent="-171450" algn="l" defTabSz="685800" rtl="0" fontAlgn="base">
        <a:lnSpc>
          <a:spcPct val="90000"/>
        </a:lnSpc>
        <a:spcBef>
          <a:spcPts val="375"/>
        </a:spcBef>
        <a:spcAft>
          <a:spcPct val="0"/>
        </a:spcAft>
        <a:buFont typeface="Arial" panose="020B0604020202020204" pitchFamily="34" charset="0"/>
        <a:buChar char="•"/>
        <a:defRPr sz="1500">
          <a:solidFill>
            <a:schemeClr val="tx1"/>
          </a:solidFill>
          <a:latin typeface="+mn-lt"/>
          <a:ea typeface="+mn-ea"/>
        </a:defRPr>
      </a:lvl3pPr>
      <a:lvl4pPr marL="1200150" indent="-171450" algn="l" defTabSz="685800" rtl="0" fontAlgn="base">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4pPr>
      <a:lvl5pPr marL="1543050" indent="-171450" algn="l" defTabSz="685800" rtl="0" fontAlgn="base">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5pPr>
      <a:lvl6pPr marL="2000250" indent="-171450" algn="l" defTabSz="685800" rtl="0" fontAlgn="base">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6pPr>
      <a:lvl7pPr marL="2457450" indent="-171450" algn="l" defTabSz="685800" rtl="0" fontAlgn="base">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7pPr>
      <a:lvl8pPr marL="2914650" indent="-171450" algn="l" defTabSz="685800" rtl="0" fontAlgn="base">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8pPr>
      <a:lvl9pPr marL="3371850" indent="-171450" algn="l" defTabSz="685800" rtl="0" fontAlgn="base">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97" name="Group 2"/>
          <p:cNvGrpSpPr/>
          <p:nvPr/>
        </p:nvGrpSpPr>
        <p:grpSpPr>
          <a:xfrm>
            <a:off x="7789863" y="2112963"/>
            <a:ext cx="1354137" cy="2157412"/>
            <a:chOff x="0" y="0"/>
            <a:chExt cx="1353515" cy="2158048"/>
          </a:xfrm>
        </p:grpSpPr>
        <p:sp>
          <p:nvSpPr>
            <p:cNvPr id="4098" name="矩形 401"/>
            <p:cNvSpPr/>
            <p:nvPr/>
          </p:nvSpPr>
          <p:spPr>
            <a:xfrm>
              <a:off x="1" y="0"/>
              <a:ext cx="1008000" cy="1150190"/>
            </a:xfrm>
            <a:prstGeom prst="rect">
              <a:avLst/>
            </a:prstGeom>
            <a:solidFill>
              <a:srgbClr val="203864"/>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sp>
          <p:nvSpPr>
            <p:cNvPr id="4099" name="直角三角形 407"/>
            <p:cNvSpPr/>
            <p:nvPr/>
          </p:nvSpPr>
          <p:spPr>
            <a:xfrm rot="5400000" flipV="1">
              <a:off x="0" y="1150048"/>
              <a:ext cx="1008000" cy="1008000"/>
            </a:xfrm>
            <a:prstGeom prst="rtTriangle">
              <a:avLst/>
            </a:prstGeom>
            <a:solidFill>
              <a:srgbClr val="111E35"/>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sp>
          <p:nvSpPr>
            <p:cNvPr id="4100" name="矩形 410"/>
            <p:cNvSpPr/>
            <p:nvPr/>
          </p:nvSpPr>
          <p:spPr>
            <a:xfrm>
              <a:off x="1008000" y="1150048"/>
              <a:ext cx="345515" cy="1008000"/>
            </a:xfrm>
            <a:prstGeom prst="rect">
              <a:avLst/>
            </a:prstGeom>
            <a:solidFill>
              <a:srgbClr val="203864"/>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grpSp>
      <p:sp>
        <p:nvSpPr>
          <p:cNvPr id="4101" name="矩形 400"/>
          <p:cNvSpPr/>
          <p:nvPr/>
        </p:nvSpPr>
        <p:spPr>
          <a:xfrm flipH="1">
            <a:off x="735013" y="0"/>
            <a:ext cx="576262" cy="2112963"/>
          </a:xfrm>
          <a:prstGeom prst="rect">
            <a:avLst/>
          </a:prstGeom>
          <a:solidFill>
            <a:srgbClr val="FFC0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grpSp>
        <p:nvGrpSpPr>
          <p:cNvPr id="4102" name="Group 7"/>
          <p:cNvGrpSpPr/>
          <p:nvPr/>
        </p:nvGrpSpPr>
        <p:grpSpPr>
          <a:xfrm>
            <a:off x="0" y="1104900"/>
            <a:ext cx="8797925" cy="1008063"/>
            <a:chOff x="0" y="0"/>
            <a:chExt cx="8798486" cy="1008003"/>
          </a:xfrm>
        </p:grpSpPr>
        <p:grpSp>
          <p:nvGrpSpPr>
            <p:cNvPr id="4103" name="Group 8"/>
            <p:cNvGrpSpPr/>
            <p:nvPr/>
          </p:nvGrpSpPr>
          <p:grpSpPr>
            <a:xfrm>
              <a:off x="0" y="0"/>
              <a:ext cx="8798486" cy="1008003"/>
              <a:chOff x="0" y="0"/>
              <a:chExt cx="8798486" cy="1008003"/>
            </a:xfrm>
          </p:grpSpPr>
          <p:sp>
            <p:nvSpPr>
              <p:cNvPr id="4104" name="矩形 393"/>
              <p:cNvSpPr/>
              <p:nvPr/>
            </p:nvSpPr>
            <p:spPr>
              <a:xfrm>
                <a:off x="0" y="3"/>
                <a:ext cx="7790485" cy="1008000"/>
              </a:xfrm>
              <a:prstGeom prst="rect">
                <a:avLst/>
              </a:prstGeom>
              <a:solidFill>
                <a:srgbClr val="203864"/>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sp>
            <p:nvSpPr>
              <p:cNvPr id="4105" name="直角三角形 389"/>
              <p:cNvSpPr/>
              <p:nvPr/>
            </p:nvSpPr>
            <p:spPr>
              <a:xfrm>
                <a:off x="7790486" y="0"/>
                <a:ext cx="1008000" cy="1008000"/>
              </a:xfrm>
              <a:prstGeom prst="rtTriangle">
                <a:avLst/>
              </a:prstGeom>
              <a:solidFill>
                <a:srgbClr val="111E35"/>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grpSp>
        <p:sp>
          <p:nvSpPr>
            <p:cNvPr id="4106" name="矩形 391"/>
            <p:cNvSpPr/>
            <p:nvPr/>
          </p:nvSpPr>
          <p:spPr>
            <a:xfrm>
              <a:off x="233962" y="180836"/>
              <a:ext cx="8323355" cy="646293"/>
            </a:xfrm>
            <a:prstGeom prst="rect">
              <a:avLst/>
            </a:prstGeom>
            <a:noFill/>
            <a:ln w="9525">
              <a:noFill/>
            </a:ln>
          </p:spPr>
          <p:txBody>
            <a:bodyPr wrap="square" anchor="t" anchorCtr="0">
              <a:spAutoFit/>
            </a:bodyPr>
            <a:lstStyle/>
            <a:p>
              <a:r>
                <a:rPr lang="en-GB" altLang="zh-CN" sz="3600" b="1" dirty="0">
                  <a:solidFill>
                    <a:schemeClr val="bg1"/>
                  </a:solidFill>
                  <a:latin typeface="Microsoft YaHei" panose="020B0503020204020204" pitchFamily="34" charset="-122"/>
                  <a:ea typeface="Microsoft YaHei" panose="020B0503020204020204" pitchFamily="34" charset="-122"/>
                </a:rPr>
                <a:t>JavaScript </a:t>
              </a:r>
              <a:r>
                <a:rPr lang="en-GB" altLang="zh-CN" sz="3600" b="1" dirty="0" err="1">
                  <a:solidFill>
                    <a:schemeClr val="bg1"/>
                  </a:solidFill>
                  <a:latin typeface="Microsoft YaHei" panose="020B0503020204020204" pitchFamily="34" charset="-122"/>
                  <a:ea typeface="Microsoft YaHei" panose="020B0503020204020204" pitchFamily="34" charset="-122"/>
                </a:rPr>
                <a:t>FullStack</a:t>
              </a:r>
              <a:r>
                <a:rPr lang="en-GB" altLang="zh-CN" sz="3600" b="1" dirty="0">
                  <a:solidFill>
                    <a:schemeClr val="bg1"/>
                  </a:solidFill>
                  <a:latin typeface="Microsoft YaHei" panose="020B0503020204020204" pitchFamily="34" charset="-122"/>
                  <a:ea typeface="Microsoft YaHei" panose="020B0503020204020204" pitchFamily="34" charset="-122"/>
                </a:rPr>
                <a:t>(MEAN/ MERN)</a:t>
              </a:r>
            </a:p>
          </p:txBody>
        </p:sp>
      </p:grpSp>
      <p:sp>
        <p:nvSpPr>
          <p:cNvPr id="4112" name="矩形 406"/>
          <p:cNvSpPr/>
          <p:nvPr/>
        </p:nvSpPr>
        <p:spPr>
          <a:xfrm>
            <a:off x="2016443" y="4200843"/>
            <a:ext cx="4304665" cy="306705"/>
          </a:xfrm>
          <a:prstGeom prst="rect">
            <a:avLst/>
          </a:prstGeom>
          <a:noFill/>
          <a:ln w="9525">
            <a:noFill/>
          </a:ln>
        </p:spPr>
        <p:txBody>
          <a:bodyPr wrap="none" anchor="t" anchorCtr="0">
            <a:spAutoFit/>
          </a:bodyPr>
          <a:lstStyle/>
          <a:p>
            <a:r>
              <a:rPr lang="en-GB" altLang="zh-CN" sz="1400" dirty="0">
                <a:solidFill>
                  <a:srgbClr val="595959"/>
                </a:solidFill>
                <a:latin typeface="Microsoft YaHei" panose="020B0503020204020204" pitchFamily="34" charset="-122"/>
                <a:ea typeface="Microsoft YaHei" panose="020B0503020204020204" pitchFamily="34" charset="-122"/>
              </a:rPr>
              <a:t>University of Engeenring and Technology Lahore</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67990" y="3192145"/>
            <a:ext cx="951865" cy="951865"/>
          </a:xfrm>
          <a:prstGeom prst="rect">
            <a:avLst/>
          </a:prstGeom>
        </p:spPr>
      </p:pic>
      <p:pic>
        <p:nvPicPr>
          <p:cNvPr id="2" name="Picture 1" descr="uet"/>
          <p:cNvPicPr>
            <a:picLocks noChangeAspect="1"/>
          </p:cNvPicPr>
          <p:nvPr/>
        </p:nvPicPr>
        <p:blipFill>
          <a:blip r:embed="rId3"/>
          <a:stretch>
            <a:fillRect/>
          </a:stretch>
        </p:blipFill>
        <p:spPr>
          <a:xfrm>
            <a:off x="4161155" y="3134360"/>
            <a:ext cx="1059815" cy="1066800"/>
          </a:xfrm>
          <a:prstGeom prst="rect">
            <a:avLst/>
          </a:prstGeom>
        </p:spPr>
      </p:pic>
      <p:sp>
        <p:nvSpPr>
          <p:cNvPr id="3" name="TextBox 2"/>
          <p:cNvSpPr txBox="1"/>
          <p:nvPr/>
        </p:nvSpPr>
        <p:spPr>
          <a:xfrm>
            <a:off x="3129093" y="2360166"/>
            <a:ext cx="1601721" cy="292388"/>
          </a:xfrm>
          <a:prstGeom prst="rect">
            <a:avLst/>
          </a:prstGeom>
          <a:noFill/>
        </p:spPr>
        <p:txBody>
          <a:bodyPr wrap="none" rtlCol="0">
            <a:spAutoFit/>
          </a:bodyPr>
          <a:lstStyle/>
          <a:p>
            <a:r>
              <a:rPr lang="en-US" dirty="0"/>
              <a:t>Summer Of Code B-</a:t>
            </a:r>
            <a:r>
              <a:rPr lang="en-US"/>
              <a:t>ll</a:t>
            </a:r>
            <a:endParaRPr lang="en-US" dirty="0"/>
          </a:p>
        </p:txBody>
      </p:sp>
    </p:spTree>
  </p:cSld>
  <p:clrMapOvr>
    <a:masterClrMapping/>
  </p:clrMapOvr>
  <p:transition spd="slow">
    <p:push/>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矩形 8"/>
          <p:cNvSpPr/>
          <p:nvPr/>
        </p:nvSpPr>
        <p:spPr>
          <a:xfrm flipH="1">
            <a:off x="1393190" y="0"/>
            <a:ext cx="490855" cy="1087120"/>
          </a:xfrm>
          <a:prstGeom prst="rect">
            <a:avLst/>
          </a:prstGeom>
          <a:solidFill>
            <a:srgbClr val="FFC0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sp>
        <p:nvSpPr>
          <p:cNvPr id="8195" name="矩形 3"/>
          <p:cNvSpPr/>
          <p:nvPr/>
        </p:nvSpPr>
        <p:spPr>
          <a:xfrm>
            <a:off x="587375" y="1529715"/>
            <a:ext cx="805815" cy="3592830"/>
          </a:xfrm>
          <a:prstGeom prst="rect">
            <a:avLst/>
          </a:prstGeom>
          <a:solidFill>
            <a:srgbClr val="203864"/>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grpSp>
        <p:nvGrpSpPr>
          <p:cNvPr id="8201" name="Group 10"/>
          <p:cNvGrpSpPr/>
          <p:nvPr/>
        </p:nvGrpSpPr>
        <p:grpSpPr>
          <a:xfrm>
            <a:off x="0" y="1087120"/>
            <a:ext cx="1884045" cy="443865"/>
            <a:chOff x="0" y="0"/>
            <a:chExt cx="3385877" cy="578062"/>
          </a:xfrm>
        </p:grpSpPr>
        <p:sp>
          <p:nvSpPr>
            <p:cNvPr id="8202" name="直角三角形 7"/>
            <p:cNvSpPr/>
            <p:nvPr/>
          </p:nvSpPr>
          <p:spPr>
            <a:xfrm rot="-10800000" flipH="1">
              <a:off x="2809877" y="2062"/>
              <a:ext cx="576000" cy="576000"/>
            </a:xfrm>
            <a:prstGeom prst="rtTriangle">
              <a:avLst/>
            </a:prstGeom>
            <a:solidFill>
              <a:srgbClr val="D09E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sp>
          <p:nvSpPr>
            <p:cNvPr id="8203" name="矩形 9"/>
            <p:cNvSpPr/>
            <p:nvPr/>
          </p:nvSpPr>
          <p:spPr>
            <a:xfrm flipH="1">
              <a:off x="0" y="0"/>
              <a:ext cx="2809876" cy="576000"/>
            </a:xfrm>
            <a:prstGeom prst="rect">
              <a:avLst/>
            </a:prstGeom>
            <a:solidFill>
              <a:srgbClr val="FFC0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grpSp>
      <p:sp>
        <p:nvSpPr>
          <p:cNvPr id="8204" name="矩形 10"/>
          <p:cNvSpPr/>
          <p:nvPr/>
        </p:nvSpPr>
        <p:spPr>
          <a:xfrm>
            <a:off x="2053590" y="650240"/>
            <a:ext cx="6576060" cy="706755"/>
          </a:xfrm>
          <a:prstGeom prst="rect">
            <a:avLst/>
          </a:prstGeom>
          <a:noFill/>
          <a:ln w="9525">
            <a:noFill/>
          </a:ln>
        </p:spPr>
        <p:txBody>
          <a:bodyPr wrap="square" anchor="t" anchorCtr="0">
            <a:spAutoFit/>
          </a:bodyPr>
          <a:lstStyle/>
          <a:p>
            <a:r>
              <a:rPr lang="en-GB" altLang="zh-CN" sz="4000" b="1" dirty="0">
                <a:gradFill>
                  <a:gsLst>
                    <a:gs pos="0">
                      <a:srgbClr val="012D86"/>
                    </a:gs>
                    <a:gs pos="100000">
                      <a:srgbClr val="0E2557"/>
                    </a:gs>
                  </a:gsLst>
                  <a:lin scaled="0"/>
                </a:gradFill>
                <a:latin typeface="Microsoft YaHei" panose="020B0503020204020204" pitchFamily="34" charset="-122"/>
                <a:ea typeface="Microsoft YaHei" panose="020B0503020204020204" pitchFamily="34" charset="-122"/>
              </a:rPr>
              <a:t>JavaScript</a:t>
            </a:r>
          </a:p>
        </p:txBody>
      </p:sp>
      <p:sp>
        <p:nvSpPr>
          <p:cNvPr id="2" name="Text Box 1"/>
          <p:cNvSpPr txBox="1"/>
          <p:nvPr/>
        </p:nvSpPr>
        <p:spPr>
          <a:xfrm>
            <a:off x="1793240" y="1341120"/>
            <a:ext cx="7096760" cy="3108543"/>
          </a:xfrm>
          <a:prstGeom prst="rect">
            <a:avLst/>
          </a:prstGeom>
          <a:noFill/>
        </p:spPr>
        <p:txBody>
          <a:bodyPr wrap="square" rtlCol="0">
            <a:spAutoFit/>
          </a:bodyPr>
          <a:lstStyle/>
          <a:p>
            <a:pPr marL="342900" indent="-342900">
              <a:buFont typeface="Arial" panose="020B0604020202020204" pitchFamily="34" charset="0"/>
              <a:buChar char="•"/>
            </a:pPr>
            <a:r>
              <a:rPr lang="en-GB" sz="2800" dirty="0"/>
              <a:t>JavaScript is a </a:t>
            </a:r>
            <a:r>
              <a:rPr lang="en-GB" sz="2800" b="1" dirty="0"/>
              <a:t>high-level, browser side programming language</a:t>
            </a:r>
            <a:r>
              <a:rPr lang="en-GB" sz="2800" dirty="0"/>
              <a:t> used to make web pages </a:t>
            </a:r>
            <a:r>
              <a:rPr lang="en-GB" sz="2800" b="1" dirty="0"/>
              <a:t>interactive</a:t>
            </a:r>
            <a:r>
              <a:rPr lang="en-GB" sz="2800" dirty="0"/>
              <a:t>. It is </a:t>
            </a:r>
            <a:r>
              <a:rPr lang="en-GB" sz="2800" b="1" dirty="0"/>
              <a:t>lightweight</a:t>
            </a:r>
            <a:r>
              <a:rPr lang="en-GB" sz="2800" dirty="0"/>
              <a:t>, </a:t>
            </a:r>
            <a:r>
              <a:rPr lang="en-GB" sz="2800" b="1" dirty="0"/>
              <a:t>dynamic</a:t>
            </a:r>
            <a:r>
              <a:rPr lang="en-GB" sz="2800" dirty="0"/>
              <a:t>, and </a:t>
            </a:r>
            <a:r>
              <a:rPr lang="en-GB" sz="2800" b="1" dirty="0"/>
              <a:t>event-driven</a:t>
            </a:r>
            <a:r>
              <a:rPr lang="en-GB" sz="2800" dirty="0"/>
              <a:t>, enabling functionalities like animations, form validation, API requests, and real-time updates in web applications.</a:t>
            </a:r>
            <a:endParaRPr lang="en-GB" altLang="en-US" sz="2800" dirty="0"/>
          </a:p>
        </p:txBody>
      </p:sp>
    </p:spTree>
    <p:extLst>
      <p:ext uri="{BB962C8B-B14F-4D97-AF65-F5344CB8AC3E}">
        <p14:creationId xmlns:p14="http://schemas.microsoft.com/office/powerpoint/2010/main" val="188697861"/>
      </p:ext>
    </p:extLst>
  </p:cSld>
  <p:clrMapOvr>
    <a:masterClrMapping/>
  </p:clrMapOvr>
  <p:transition spd="slow">
    <p:push/>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矩形 8"/>
          <p:cNvSpPr/>
          <p:nvPr/>
        </p:nvSpPr>
        <p:spPr>
          <a:xfrm flipH="1">
            <a:off x="1393190" y="0"/>
            <a:ext cx="490855" cy="1087120"/>
          </a:xfrm>
          <a:prstGeom prst="rect">
            <a:avLst/>
          </a:prstGeom>
          <a:solidFill>
            <a:srgbClr val="FFC0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sp>
        <p:nvSpPr>
          <p:cNvPr id="8195" name="矩形 3"/>
          <p:cNvSpPr/>
          <p:nvPr/>
        </p:nvSpPr>
        <p:spPr>
          <a:xfrm>
            <a:off x="587375" y="1529715"/>
            <a:ext cx="805815" cy="3592830"/>
          </a:xfrm>
          <a:prstGeom prst="rect">
            <a:avLst/>
          </a:prstGeom>
          <a:solidFill>
            <a:srgbClr val="203864"/>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grpSp>
        <p:nvGrpSpPr>
          <p:cNvPr id="8201" name="Group 10"/>
          <p:cNvGrpSpPr/>
          <p:nvPr/>
        </p:nvGrpSpPr>
        <p:grpSpPr>
          <a:xfrm>
            <a:off x="0" y="1087120"/>
            <a:ext cx="1884045" cy="443865"/>
            <a:chOff x="0" y="0"/>
            <a:chExt cx="3385877" cy="578062"/>
          </a:xfrm>
        </p:grpSpPr>
        <p:sp>
          <p:nvSpPr>
            <p:cNvPr id="8202" name="直角三角形 7"/>
            <p:cNvSpPr/>
            <p:nvPr/>
          </p:nvSpPr>
          <p:spPr>
            <a:xfrm rot="-10800000" flipH="1">
              <a:off x="2809877" y="2062"/>
              <a:ext cx="576000" cy="576000"/>
            </a:xfrm>
            <a:prstGeom prst="rtTriangle">
              <a:avLst/>
            </a:prstGeom>
            <a:solidFill>
              <a:srgbClr val="D09E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sp>
          <p:nvSpPr>
            <p:cNvPr id="8203" name="矩形 9"/>
            <p:cNvSpPr/>
            <p:nvPr/>
          </p:nvSpPr>
          <p:spPr>
            <a:xfrm flipH="1">
              <a:off x="0" y="0"/>
              <a:ext cx="2809876" cy="576000"/>
            </a:xfrm>
            <a:prstGeom prst="rect">
              <a:avLst/>
            </a:prstGeom>
            <a:solidFill>
              <a:srgbClr val="FFC0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grpSp>
      <p:sp>
        <p:nvSpPr>
          <p:cNvPr id="8204" name="矩形 10"/>
          <p:cNvSpPr/>
          <p:nvPr/>
        </p:nvSpPr>
        <p:spPr>
          <a:xfrm>
            <a:off x="2053590" y="650240"/>
            <a:ext cx="6576060" cy="706755"/>
          </a:xfrm>
          <a:prstGeom prst="rect">
            <a:avLst/>
          </a:prstGeom>
          <a:noFill/>
          <a:ln w="9525">
            <a:noFill/>
          </a:ln>
        </p:spPr>
        <p:txBody>
          <a:bodyPr wrap="square" anchor="t" anchorCtr="0">
            <a:spAutoFit/>
          </a:bodyPr>
          <a:lstStyle/>
          <a:p>
            <a:r>
              <a:rPr lang="en-GB" altLang="zh-CN" sz="4000" b="1" dirty="0">
                <a:gradFill>
                  <a:gsLst>
                    <a:gs pos="0">
                      <a:srgbClr val="012D86"/>
                    </a:gs>
                    <a:gs pos="100000">
                      <a:srgbClr val="0E2557"/>
                    </a:gs>
                  </a:gsLst>
                  <a:lin scaled="0"/>
                </a:gradFill>
                <a:latin typeface="Microsoft YaHei" panose="020B0503020204020204" pitchFamily="34" charset="-122"/>
                <a:ea typeface="Microsoft YaHei" panose="020B0503020204020204" pitchFamily="34" charset="-122"/>
              </a:rPr>
              <a:t> JavaScript Syntax</a:t>
            </a:r>
          </a:p>
        </p:txBody>
      </p:sp>
      <p:sp>
        <p:nvSpPr>
          <p:cNvPr id="2" name="Text Box 1"/>
          <p:cNvSpPr txBox="1"/>
          <p:nvPr/>
        </p:nvSpPr>
        <p:spPr>
          <a:xfrm>
            <a:off x="1793240" y="1341120"/>
            <a:ext cx="7096760" cy="3476625"/>
          </a:xfrm>
          <a:prstGeom prst="rect">
            <a:avLst/>
          </a:prstGeom>
          <a:noFill/>
        </p:spPr>
        <p:txBody>
          <a:bodyPr wrap="square" rtlCol="0">
            <a:spAutoFit/>
          </a:bodyPr>
          <a:lstStyle/>
          <a:p>
            <a:pPr marL="342900" indent="-342900">
              <a:buFont typeface="Arial" panose="020B0604020202020204" pitchFamily="34" charset="0"/>
              <a:buChar char="•"/>
            </a:pPr>
            <a:r>
              <a:rPr lang="en-GB" altLang="en-US" sz="2000"/>
              <a:t>JavaScript syntax is the set of rules, how JavaScript programs are constructed.</a:t>
            </a:r>
          </a:p>
          <a:p>
            <a:pPr marL="342900" indent="-342900">
              <a:buFont typeface="Arial" panose="020B0604020202020204" pitchFamily="34" charset="0"/>
              <a:buChar char="•"/>
            </a:pPr>
            <a:r>
              <a:rPr lang="en-GB" altLang="en-US" sz="2000"/>
              <a:t>In HTML, JavaScript code is inserted between &lt;script&gt; and &lt;/script&gt; tags.</a:t>
            </a:r>
          </a:p>
          <a:p>
            <a:pPr marL="342900" indent="-342900">
              <a:buFont typeface="Arial" panose="020B0604020202020204" pitchFamily="34" charset="0"/>
              <a:buChar char="•"/>
            </a:pPr>
            <a:endParaRPr lang="en-GB" altLang="en-US" sz="2000"/>
          </a:p>
          <a:p>
            <a:pPr marL="342900" indent="-342900">
              <a:buFont typeface="Arial" panose="020B0604020202020204" pitchFamily="34" charset="0"/>
              <a:buChar char="•"/>
            </a:pPr>
            <a:endParaRPr lang="en-GB" altLang="en-US" sz="2000"/>
          </a:p>
          <a:p>
            <a:pPr marL="342900" indent="-342900">
              <a:buFont typeface="Arial" panose="020B0604020202020204" pitchFamily="34" charset="0"/>
              <a:buChar char="•"/>
            </a:pPr>
            <a:endParaRPr lang="en-GB" altLang="en-US" sz="2000"/>
          </a:p>
          <a:p>
            <a:pPr marL="342900" indent="-342900">
              <a:buFont typeface="Arial" panose="020B0604020202020204" pitchFamily="34" charset="0"/>
              <a:buChar char="•"/>
            </a:pPr>
            <a:endParaRPr lang="en-GB" altLang="en-US" sz="2000"/>
          </a:p>
          <a:p>
            <a:pPr marL="342900" indent="-342900">
              <a:buFont typeface="Arial" panose="020B0604020202020204" pitchFamily="34" charset="0"/>
              <a:buChar char="•"/>
            </a:pPr>
            <a:r>
              <a:rPr lang="en-GB" altLang="en-US" sz="2000"/>
              <a:t>Scripts can be placed in the &lt;body&gt;, or in the &lt;head&gt; section of an HTML page, or in both.</a:t>
            </a:r>
          </a:p>
          <a:p>
            <a:pPr>
              <a:buFont typeface="Arial" panose="020B0604020202020204" pitchFamily="34" charset="0"/>
            </a:pPr>
            <a:endParaRPr lang="en-GB" altLang="en-US" sz="2000"/>
          </a:p>
        </p:txBody>
      </p:sp>
      <p:sp>
        <p:nvSpPr>
          <p:cNvPr id="3" name="Rectangles 2"/>
          <p:cNvSpPr/>
          <p:nvPr/>
        </p:nvSpPr>
        <p:spPr>
          <a:xfrm>
            <a:off x="2519045" y="2701290"/>
            <a:ext cx="5454650" cy="1007110"/>
          </a:xfrm>
          <a:prstGeom prst="rect">
            <a:avLst/>
          </a:prstGeom>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anchor="t" anchorCtr="0" compatLnSpc="1"/>
          <a:lstStyle/>
          <a:p>
            <a:pPr marL="0" marR="0" indent="0" algn="l" defTabSz="685800" rtl="0" eaLnBrk="0" fontAlgn="base" latinLnBrk="0" hangingPunct="0">
              <a:lnSpc>
                <a:spcPct val="100000"/>
              </a:lnSpc>
              <a:spcBef>
                <a:spcPct val="0"/>
              </a:spcBef>
              <a:spcAft>
                <a:spcPct val="0"/>
              </a:spcAft>
              <a:buClrTx/>
              <a:buSzTx/>
              <a:buFont typeface="Arial" panose="020B0604020202020204" pitchFamily="34" charset="0"/>
              <a:buNone/>
            </a:pPr>
            <a:r>
              <a:rPr kumimoji="0" lang="en-GB" altLang="zh-CN" sz="1800" b="0" i="0" u="none" strike="noStrike" cap="none" normalizeH="0" baseline="0">
                <a:ln>
                  <a:noFill/>
                </a:ln>
                <a:solidFill>
                  <a:schemeClr val="tx1"/>
                </a:solidFill>
                <a:effectLst/>
                <a:latin typeface="Calibri" panose="020F0502020204030204" pitchFamily="34" charset="0"/>
                <a:ea typeface="SimSun" panose="02010600030101010101" pitchFamily="2" charset="-122"/>
              </a:rPr>
              <a:t>&lt;script&gt;</a:t>
            </a:r>
          </a:p>
          <a:p>
            <a:pPr marL="0" marR="0" indent="0" algn="l" defTabSz="685800" rtl="0" eaLnBrk="0" fontAlgn="base" latinLnBrk="0" hangingPunct="0">
              <a:lnSpc>
                <a:spcPct val="100000"/>
              </a:lnSpc>
              <a:spcBef>
                <a:spcPct val="0"/>
              </a:spcBef>
              <a:spcAft>
                <a:spcPct val="0"/>
              </a:spcAft>
              <a:buClrTx/>
              <a:buSzTx/>
              <a:buFont typeface="Arial" panose="020B0604020202020204" pitchFamily="34" charset="0"/>
              <a:buNone/>
            </a:pPr>
            <a:r>
              <a:rPr kumimoji="0" lang="en-GB" altLang="zh-CN" sz="1800" b="0" i="0" u="none" strike="noStrike" cap="none" normalizeH="0" baseline="0">
                <a:ln>
                  <a:noFill/>
                </a:ln>
                <a:solidFill>
                  <a:schemeClr val="tx1"/>
                </a:solidFill>
                <a:effectLst/>
                <a:latin typeface="Calibri" panose="020F0502020204030204" pitchFamily="34" charset="0"/>
                <a:ea typeface="SimSun" panose="02010600030101010101" pitchFamily="2" charset="-122"/>
              </a:rPr>
              <a:t>    //any code</a:t>
            </a:r>
          </a:p>
          <a:p>
            <a:pPr marL="0" marR="0" indent="0" algn="l" defTabSz="685800" rtl="0" eaLnBrk="0" fontAlgn="base" latinLnBrk="0" hangingPunct="0">
              <a:lnSpc>
                <a:spcPct val="100000"/>
              </a:lnSpc>
              <a:spcBef>
                <a:spcPct val="0"/>
              </a:spcBef>
              <a:spcAft>
                <a:spcPct val="0"/>
              </a:spcAft>
              <a:buClrTx/>
              <a:buSzTx/>
              <a:buFont typeface="Arial" panose="020B0604020202020204" pitchFamily="34" charset="0"/>
              <a:buNone/>
            </a:pPr>
            <a:r>
              <a:rPr kumimoji="0" lang="en-GB" altLang="zh-CN" sz="1800" b="0" i="0" u="none" strike="noStrike" cap="none" normalizeH="0" baseline="0">
                <a:ln>
                  <a:noFill/>
                </a:ln>
                <a:solidFill>
                  <a:schemeClr val="tx1"/>
                </a:solidFill>
                <a:effectLst/>
                <a:latin typeface="Calibri" panose="020F0502020204030204" pitchFamily="34" charset="0"/>
                <a:ea typeface="SimSun" panose="02010600030101010101" pitchFamily="2" charset="-122"/>
              </a:rPr>
              <a:t>&lt;/script&gt;</a:t>
            </a:r>
          </a:p>
        </p:txBody>
      </p:sp>
    </p:spTree>
  </p:cSld>
  <p:clrMapOvr>
    <a:masterClrMapping/>
  </p:clrMapOvr>
  <p:transition spd="slow">
    <p:push/>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矩形 8"/>
          <p:cNvSpPr/>
          <p:nvPr/>
        </p:nvSpPr>
        <p:spPr>
          <a:xfrm flipH="1">
            <a:off x="1393190" y="0"/>
            <a:ext cx="490855" cy="1087120"/>
          </a:xfrm>
          <a:prstGeom prst="rect">
            <a:avLst/>
          </a:prstGeom>
          <a:solidFill>
            <a:srgbClr val="FFC0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sp>
        <p:nvSpPr>
          <p:cNvPr id="8195" name="矩形 3"/>
          <p:cNvSpPr/>
          <p:nvPr/>
        </p:nvSpPr>
        <p:spPr>
          <a:xfrm>
            <a:off x="587375" y="1529715"/>
            <a:ext cx="805815" cy="3592830"/>
          </a:xfrm>
          <a:prstGeom prst="rect">
            <a:avLst/>
          </a:prstGeom>
          <a:solidFill>
            <a:srgbClr val="203864"/>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grpSp>
        <p:nvGrpSpPr>
          <p:cNvPr id="8201" name="Group 10"/>
          <p:cNvGrpSpPr/>
          <p:nvPr/>
        </p:nvGrpSpPr>
        <p:grpSpPr>
          <a:xfrm>
            <a:off x="0" y="1087120"/>
            <a:ext cx="1884045" cy="443865"/>
            <a:chOff x="0" y="0"/>
            <a:chExt cx="3385877" cy="578062"/>
          </a:xfrm>
        </p:grpSpPr>
        <p:sp>
          <p:nvSpPr>
            <p:cNvPr id="8202" name="直角三角形 7"/>
            <p:cNvSpPr/>
            <p:nvPr/>
          </p:nvSpPr>
          <p:spPr>
            <a:xfrm rot="-10800000" flipH="1">
              <a:off x="2809877" y="2062"/>
              <a:ext cx="576000" cy="576000"/>
            </a:xfrm>
            <a:prstGeom prst="rtTriangle">
              <a:avLst/>
            </a:prstGeom>
            <a:solidFill>
              <a:srgbClr val="D09E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sp>
          <p:nvSpPr>
            <p:cNvPr id="8203" name="矩形 9"/>
            <p:cNvSpPr/>
            <p:nvPr/>
          </p:nvSpPr>
          <p:spPr>
            <a:xfrm flipH="1">
              <a:off x="0" y="0"/>
              <a:ext cx="2809876" cy="576000"/>
            </a:xfrm>
            <a:prstGeom prst="rect">
              <a:avLst/>
            </a:prstGeom>
            <a:solidFill>
              <a:srgbClr val="FFC0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grpSp>
      <p:sp>
        <p:nvSpPr>
          <p:cNvPr id="8204" name="矩形 10"/>
          <p:cNvSpPr/>
          <p:nvPr/>
        </p:nvSpPr>
        <p:spPr>
          <a:xfrm>
            <a:off x="2053590" y="650240"/>
            <a:ext cx="6576060" cy="706755"/>
          </a:xfrm>
          <a:prstGeom prst="rect">
            <a:avLst/>
          </a:prstGeom>
          <a:noFill/>
          <a:ln w="9525">
            <a:noFill/>
          </a:ln>
        </p:spPr>
        <p:txBody>
          <a:bodyPr wrap="square" anchor="t" anchorCtr="0">
            <a:spAutoFit/>
          </a:bodyPr>
          <a:lstStyle/>
          <a:p>
            <a:pPr algn="ctr"/>
            <a:r>
              <a:rPr lang="en-GB" altLang="zh-CN" sz="4000" b="1" dirty="0">
                <a:gradFill>
                  <a:gsLst>
                    <a:gs pos="0">
                      <a:srgbClr val="012D86"/>
                    </a:gs>
                    <a:gs pos="100000">
                      <a:srgbClr val="0E2557"/>
                    </a:gs>
                  </a:gsLst>
                  <a:lin scaled="0"/>
                </a:gradFill>
                <a:latin typeface="Microsoft YaHei" panose="020B0503020204020204" pitchFamily="34" charset="-122"/>
                <a:ea typeface="Microsoft YaHei" panose="020B0503020204020204" pitchFamily="34" charset="-122"/>
              </a:rPr>
              <a:t>JS Output</a:t>
            </a:r>
          </a:p>
        </p:txBody>
      </p:sp>
      <p:sp>
        <p:nvSpPr>
          <p:cNvPr id="2" name="Text Box 1"/>
          <p:cNvSpPr txBox="1"/>
          <p:nvPr/>
        </p:nvSpPr>
        <p:spPr>
          <a:xfrm>
            <a:off x="1793240" y="1341120"/>
            <a:ext cx="7096760" cy="2399665"/>
          </a:xfrm>
          <a:prstGeom prst="rect">
            <a:avLst/>
          </a:prstGeom>
          <a:noFill/>
        </p:spPr>
        <p:txBody>
          <a:bodyPr wrap="square" rtlCol="0">
            <a:spAutoFit/>
          </a:bodyPr>
          <a:lstStyle/>
          <a:p>
            <a:pPr>
              <a:lnSpc>
                <a:spcPct val="150000"/>
              </a:lnSpc>
              <a:buFont typeface="Arial" panose="020B0604020202020204" pitchFamily="34" charset="0"/>
            </a:pPr>
            <a:r>
              <a:rPr lang="en-GB" altLang="en-US" sz="2000"/>
              <a:t>JavaScript can "display" data in different ways:</a:t>
            </a:r>
          </a:p>
          <a:p>
            <a:pPr marL="342900" indent="-342900">
              <a:lnSpc>
                <a:spcPct val="150000"/>
              </a:lnSpc>
              <a:buFont typeface="Arial" panose="020B0604020202020204" pitchFamily="34" charset="0"/>
              <a:buChar char="•"/>
            </a:pPr>
            <a:r>
              <a:rPr lang="en-GB" altLang="en-US" sz="2000"/>
              <a:t>Writing into an HTML element, using </a:t>
            </a:r>
            <a:r>
              <a:rPr lang="en-GB" altLang="en-US" sz="2000" b="1"/>
              <a:t>innerHTML.</a:t>
            </a:r>
            <a:endParaRPr lang="en-GB" altLang="en-US" sz="2000"/>
          </a:p>
          <a:p>
            <a:pPr marL="342900" indent="-342900">
              <a:lnSpc>
                <a:spcPct val="150000"/>
              </a:lnSpc>
              <a:buFont typeface="Arial" panose="020B0604020202020204" pitchFamily="34" charset="0"/>
              <a:buChar char="•"/>
            </a:pPr>
            <a:r>
              <a:rPr lang="en-GB" altLang="en-US" sz="2000"/>
              <a:t>Writing into the HTML output using </a:t>
            </a:r>
            <a:r>
              <a:rPr lang="en-GB" altLang="en-US" sz="2000" b="1"/>
              <a:t>document.write().</a:t>
            </a:r>
            <a:endParaRPr lang="en-GB" altLang="en-US" sz="2000"/>
          </a:p>
          <a:p>
            <a:pPr marL="342900" indent="-342900">
              <a:lnSpc>
                <a:spcPct val="150000"/>
              </a:lnSpc>
              <a:buFont typeface="Arial" panose="020B0604020202020204" pitchFamily="34" charset="0"/>
              <a:buChar char="•"/>
            </a:pPr>
            <a:r>
              <a:rPr lang="en-GB" altLang="en-US" sz="2000"/>
              <a:t>Writing into an alert box, using </a:t>
            </a:r>
            <a:r>
              <a:rPr lang="en-GB" altLang="en-US" sz="2000" b="1"/>
              <a:t>window.alert().</a:t>
            </a:r>
            <a:endParaRPr lang="en-GB" altLang="en-US" sz="2000"/>
          </a:p>
          <a:p>
            <a:pPr marL="342900" indent="-342900">
              <a:lnSpc>
                <a:spcPct val="150000"/>
              </a:lnSpc>
              <a:buFont typeface="Arial" panose="020B0604020202020204" pitchFamily="34" charset="0"/>
              <a:buChar char="•"/>
            </a:pPr>
            <a:r>
              <a:rPr lang="en-GB" altLang="en-US" sz="2000"/>
              <a:t>Writing into the browser console, using </a:t>
            </a:r>
            <a:r>
              <a:rPr lang="en-GB" altLang="en-US" sz="2000" b="1"/>
              <a:t>console.log().</a:t>
            </a:r>
          </a:p>
        </p:txBody>
      </p:sp>
    </p:spTree>
  </p:cSld>
  <p:clrMapOvr>
    <a:masterClrMapping/>
  </p:clrMapOvr>
  <p:transition spd="slow">
    <p:push/>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矩形 8"/>
          <p:cNvSpPr/>
          <p:nvPr/>
        </p:nvSpPr>
        <p:spPr>
          <a:xfrm flipH="1">
            <a:off x="1393190" y="0"/>
            <a:ext cx="490855" cy="1087120"/>
          </a:xfrm>
          <a:prstGeom prst="rect">
            <a:avLst/>
          </a:prstGeom>
          <a:solidFill>
            <a:srgbClr val="FFC0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sp>
        <p:nvSpPr>
          <p:cNvPr id="8195" name="矩形 3"/>
          <p:cNvSpPr/>
          <p:nvPr/>
        </p:nvSpPr>
        <p:spPr>
          <a:xfrm>
            <a:off x="587375" y="1529715"/>
            <a:ext cx="805815" cy="3592830"/>
          </a:xfrm>
          <a:prstGeom prst="rect">
            <a:avLst/>
          </a:prstGeom>
          <a:solidFill>
            <a:srgbClr val="203864"/>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grpSp>
        <p:nvGrpSpPr>
          <p:cNvPr id="8201" name="Group 10"/>
          <p:cNvGrpSpPr/>
          <p:nvPr/>
        </p:nvGrpSpPr>
        <p:grpSpPr>
          <a:xfrm>
            <a:off x="0" y="1087120"/>
            <a:ext cx="1884045" cy="443865"/>
            <a:chOff x="0" y="0"/>
            <a:chExt cx="3385877" cy="578062"/>
          </a:xfrm>
        </p:grpSpPr>
        <p:sp>
          <p:nvSpPr>
            <p:cNvPr id="8202" name="直角三角形 7"/>
            <p:cNvSpPr/>
            <p:nvPr/>
          </p:nvSpPr>
          <p:spPr>
            <a:xfrm rot="-10800000" flipH="1">
              <a:off x="2809877" y="2062"/>
              <a:ext cx="576000" cy="576000"/>
            </a:xfrm>
            <a:prstGeom prst="rtTriangle">
              <a:avLst/>
            </a:prstGeom>
            <a:solidFill>
              <a:srgbClr val="D09E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sp>
          <p:nvSpPr>
            <p:cNvPr id="8203" name="矩形 9"/>
            <p:cNvSpPr/>
            <p:nvPr/>
          </p:nvSpPr>
          <p:spPr>
            <a:xfrm flipH="1">
              <a:off x="0" y="0"/>
              <a:ext cx="2809876" cy="576000"/>
            </a:xfrm>
            <a:prstGeom prst="rect">
              <a:avLst/>
            </a:prstGeom>
            <a:solidFill>
              <a:srgbClr val="FFC0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grpSp>
      <p:sp>
        <p:nvSpPr>
          <p:cNvPr id="8204" name="矩形 10"/>
          <p:cNvSpPr/>
          <p:nvPr/>
        </p:nvSpPr>
        <p:spPr>
          <a:xfrm>
            <a:off x="2053590" y="607060"/>
            <a:ext cx="6576060" cy="706755"/>
          </a:xfrm>
          <a:prstGeom prst="rect">
            <a:avLst/>
          </a:prstGeom>
          <a:noFill/>
          <a:ln w="9525">
            <a:noFill/>
          </a:ln>
        </p:spPr>
        <p:txBody>
          <a:bodyPr wrap="square" anchor="t" anchorCtr="0">
            <a:spAutoFit/>
          </a:bodyPr>
          <a:lstStyle/>
          <a:p>
            <a:pPr algn="ctr"/>
            <a:r>
              <a:rPr lang="en-GB" altLang="zh-CN" sz="4000" b="1" dirty="0">
                <a:gradFill>
                  <a:gsLst>
                    <a:gs pos="0">
                      <a:srgbClr val="012D86"/>
                    </a:gs>
                    <a:gs pos="100000">
                      <a:srgbClr val="0E2557"/>
                    </a:gs>
                  </a:gsLst>
                  <a:lin scaled="0"/>
                </a:gradFill>
                <a:latin typeface="Microsoft YaHei" panose="020B0503020204020204" pitchFamily="34" charset="-122"/>
                <a:ea typeface="Microsoft YaHei" panose="020B0503020204020204" pitchFamily="34" charset="-122"/>
              </a:rPr>
              <a:t>JS Comments</a:t>
            </a:r>
          </a:p>
        </p:txBody>
      </p:sp>
      <p:sp>
        <p:nvSpPr>
          <p:cNvPr id="2" name="Text Box 1"/>
          <p:cNvSpPr txBox="1"/>
          <p:nvPr/>
        </p:nvSpPr>
        <p:spPr>
          <a:xfrm>
            <a:off x="1793240" y="1341120"/>
            <a:ext cx="7096760" cy="2861310"/>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GB" altLang="en-US" sz="2000"/>
              <a:t>JavaScript comments can be used to explain JavaScript code, and to make it more readable.</a:t>
            </a:r>
          </a:p>
          <a:p>
            <a:pPr marL="342900" indent="-342900">
              <a:lnSpc>
                <a:spcPct val="150000"/>
              </a:lnSpc>
              <a:buFont typeface="Arial" panose="020B0604020202020204" pitchFamily="34" charset="0"/>
              <a:buChar char="•"/>
            </a:pPr>
            <a:r>
              <a:rPr lang="en-GB" altLang="en-US" sz="2000"/>
              <a:t>JavaScript comments can also be used to prevent execution, when testing alternative code.</a:t>
            </a:r>
          </a:p>
          <a:p>
            <a:pPr marL="342900" indent="-342900">
              <a:lnSpc>
                <a:spcPct val="150000"/>
              </a:lnSpc>
              <a:buFont typeface="Arial" panose="020B0604020202020204" pitchFamily="34" charset="0"/>
              <a:buChar char="•"/>
            </a:pPr>
            <a:r>
              <a:rPr lang="en-GB" altLang="en-US" sz="2000"/>
              <a:t>Single line comments start with //.</a:t>
            </a:r>
          </a:p>
          <a:p>
            <a:pPr marL="342900" indent="-342900">
              <a:lnSpc>
                <a:spcPct val="150000"/>
              </a:lnSpc>
              <a:buFont typeface="Arial" panose="020B0604020202020204" pitchFamily="34" charset="0"/>
              <a:buChar char="•"/>
            </a:pPr>
            <a:r>
              <a:rPr lang="en-GB" altLang="en-US" sz="2000"/>
              <a:t>Multi-line comments start with /* and end with */.</a:t>
            </a:r>
          </a:p>
        </p:txBody>
      </p:sp>
    </p:spTree>
  </p:cSld>
  <p:clrMapOvr>
    <a:masterClrMapping/>
  </p:clrMapOvr>
  <p:transition spd="slow">
    <p:push/>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矩形 8"/>
          <p:cNvSpPr/>
          <p:nvPr/>
        </p:nvSpPr>
        <p:spPr>
          <a:xfrm flipH="1">
            <a:off x="1393190" y="0"/>
            <a:ext cx="490855" cy="1087120"/>
          </a:xfrm>
          <a:prstGeom prst="rect">
            <a:avLst/>
          </a:prstGeom>
          <a:solidFill>
            <a:srgbClr val="FFC0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sp>
        <p:nvSpPr>
          <p:cNvPr id="8195" name="矩形 3"/>
          <p:cNvSpPr/>
          <p:nvPr/>
        </p:nvSpPr>
        <p:spPr>
          <a:xfrm>
            <a:off x="587375" y="1529715"/>
            <a:ext cx="805815" cy="3592830"/>
          </a:xfrm>
          <a:prstGeom prst="rect">
            <a:avLst/>
          </a:prstGeom>
          <a:solidFill>
            <a:srgbClr val="203864"/>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grpSp>
        <p:nvGrpSpPr>
          <p:cNvPr id="8201" name="Group 10"/>
          <p:cNvGrpSpPr/>
          <p:nvPr/>
        </p:nvGrpSpPr>
        <p:grpSpPr>
          <a:xfrm>
            <a:off x="0" y="1087120"/>
            <a:ext cx="1884045" cy="443865"/>
            <a:chOff x="0" y="0"/>
            <a:chExt cx="3385877" cy="578062"/>
          </a:xfrm>
        </p:grpSpPr>
        <p:sp>
          <p:nvSpPr>
            <p:cNvPr id="8202" name="直角三角形 7"/>
            <p:cNvSpPr/>
            <p:nvPr/>
          </p:nvSpPr>
          <p:spPr>
            <a:xfrm rot="-10800000" flipH="1">
              <a:off x="2809877" y="2062"/>
              <a:ext cx="576000" cy="576000"/>
            </a:xfrm>
            <a:prstGeom prst="rtTriangle">
              <a:avLst/>
            </a:prstGeom>
            <a:solidFill>
              <a:srgbClr val="D09E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sp>
          <p:nvSpPr>
            <p:cNvPr id="8203" name="矩形 9"/>
            <p:cNvSpPr/>
            <p:nvPr/>
          </p:nvSpPr>
          <p:spPr>
            <a:xfrm flipH="1">
              <a:off x="0" y="0"/>
              <a:ext cx="2809876" cy="576000"/>
            </a:xfrm>
            <a:prstGeom prst="rect">
              <a:avLst/>
            </a:prstGeom>
            <a:solidFill>
              <a:srgbClr val="FFC0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grpSp>
      <p:sp>
        <p:nvSpPr>
          <p:cNvPr id="8204" name="矩形 10"/>
          <p:cNvSpPr/>
          <p:nvPr/>
        </p:nvSpPr>
        <p:spPr>
          <a:xfrm>
            <a:off x="3395345" y="650240"/>
            <a:ext cx="3094990" cy="706755"/>
          </a:xfrm>
          <a:prstGeom prst="rect">
            <a:avLst/>
          </a:prstGeom>
          <a:noFill/>
          <a:ln w="9525">
            <a:noFill/>
          </a:ln>
        </p:spPr>
        <p:txBody>
          <a:bodyPr wrap="square" anchor="t" anchorCtr="0">
            <a:spAutoFit/>
          </a:bodyPr>
          <a:lstStyle/>
          <a:p>
            <a:r>
              <a:rPr lang="en-GB" altLang="zh-CN" sz="4000" b="1" dirty="0">
                <a:gradFill>
                  <a:gsLst>
                    <a:gs pos="0">
                      <a:srgbClr val="012D86"/>
                    </a:gs>
                    <a:gs pos="100000">
                      <a:srgbClr val="0E2557"/>
                    </a:gs>
                  </a:gsLst>
                  <a:lin scaled="0"/>
                </a:gradFill>
                <a:latin typeface="Microsoft YaHei" panose="020B0503020204020204" pitchFamily="34" charset="-122"/>
                <a:ea typeface="Microsoft YaHei" panose="020B0503020204020204" pitchFamily="34" charset="-122"/>
              </a:rPr>
              <a:t>Variables</a:t>
            </a:r>
          </a:p>
        </p:txBody>
      </p:sp>
      <p:sp>
        <p:nvSpPr>
          <p:cNvPr id="2" name="Text Box 1"/>
          <p:cNvSpPr txBox="1"/>
          <p:nvPr/>
        </p:nvSpPr>
        <p:spPr>
          <a:xfrm>
            <a:off x="1733550" y="1955800"/>
            <a:ext cx="7096760" cy="2245360"/>
          </a:xfrm>
          <a:prstGeom prst="rect">
            <a:avLst/>
          </a:prstGeom>
          <a:noFill/>
        </p:spPr>
        <p:txBody>
          <a:bodyPr wrap="square" rtlCol="0">
            <a:spAutoFit/>
          </a:bodyPr>
          <a:lstStyle/>
          <a:p>
            <a:r>
              <a:rPr lang="en-US" sz="2000"/>
              <a:t>Variables are the names you give to computer memory locations which are used to store values in a computer program</a:t>
            </a:r>
            <a:r>
              <a:rPr lang="en-GB" altLang="en-US" sz="2000"/>
              <a:t>.</a:t>
            </a:r>
          </a:p>
          <a:p>
            <a:r>
              <a:rPr lang="en-GB" altLang="en-US" sz="2000"/>
              <a:t>For example, assume you want to store two values 10 and 20 in your program and at a later stage, you want to use these two values.</a:t>
            </a:r>
          </a:p>
          <a:p>
            <a:r>
              <a:rPr lang="en-GB" altLang="en-US" sz="2000"/>
              <a:t>Let's see how you will do it. Here are the following three simple steps.</a:t>
            </a:r>
          </a:p>
        </p:txBody>
      </p:sp>
    </p:spTree>
  </p:cSld>
  <p:clrMapOvr>
    <a:masterClrMapping/>
  </p:clrMapOvr>
  <p:transition spd="slow">
    <p:push/>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230" name="Group 15"/>
          <p:cNvGrpSpPr/>
          <p:nvPr/>
        </p:nvGrpSpPr>
        <p:grpSpPr>
          <a:xfrm>
            <a:off x="388938" y="136525"/>
            <a:ext cx="1331912" cy="1328738"/>
            <a:chOff x="0" y="0"/>
            <a:chExt cx="1332163" cy="1328246"/>
          </a:xfrm>
        </p:grpSpPr>
        <p:grpSp>
          <p:nvGrpSpPr>
            <p:cNvPr id="9231" name="Group 16"/>
            <p:cNvGrpSpPr/>
            <p:nvPr/>
          </p:nvGrpSpPr>
          <p:grpSpPr>
            <a:xfrm>
              <a:off x="0" y="0"/>
              <a:ext cx="1332163" cy="1328246"/>
              <a:chOff x="0" y="0"/>
              <a:chExt cx="1332163" cy="1328246"/>
            </a:xfrm>
          </p:grpSpPr>
          <p:sp>
            <p:nvSpPr>
              <p:cNvPr id="9232" name="任意多边形 137"/>
              <p:cNvSpPr/>
              <p:nvPr/>
            </p:nvSpPr>
            <p:spPr>
              <a:xfrm>
                <a:off x="0" y="0"/>
                <a:ext cx="1332163" cy="1328246"/>
              </a:xfrm>
              <a:custGeom>
                <a:avLst/>
                <a:gdLst/>
                <a:ahLst/>
                <a:cxnLst>
                  <a:cxn ang="0">
                    <a:pos x="985585" y="158021"/>
                  </a:cxn>
                  <a:cxn ang="0">
                    <a:pos x="1085850" y="152432"/>
                  </a:cxn>
                  <a:cxn ang="0">
                    <a:pos x="1186115" y="158021"/>
                  </a:cxn>
                  <a:cxn ang="0">
                    <a:pos x="1432767" y="48065"/>
                  </a:cxn>
                  <a:cxn ang="0">
                    <a:pos x="1447936" y="225534"/>
                  </a:cxn>
                  <a:cxn ang="0">
                    <a:pos x="1576916" y="293662"/>
                  </a:cxn>
                  <a:cxn ang="0">
                    <a:pos x="1847304" y="301043"/>
                  </a:cxn>
                  <a:cxn ang="0">
                    <a:pos x="1857208" y="562560"/>
                  </a:cxn>
                  <a:cxn ang="0">
                    <a:pos x="2017308" y="514220"/>
                  </a:cxn>
                  <a:cxn ang="0">
                    <a:pos x="1964503" y="779392"/>
                  </a:cxn>
                  <a:cxn ang="0">
                    <a:pos x="1997177" y="895185"/>
                  </a:cxn>
                  <a:cxn ang="0">
                    <a:pos x="2171700" y="974658"/>
                  </a:cxn>
                  <a:cxn ang="0">
                    <a:pos x="2009306" y="1190658"/>
                  </a:cxn>
                  <a:cxn ang="0">
                    <a:pos x="1974255" y="1359279"/>
                  </a:cxn>
                  <a:cxn ang="0">
                    <a:pos x="2111027" y="1456486"/>
                  </a:cxn>
                  <a:cxn ang="0">
                    <a:pos x="1870726" y="1580505"/>
                  </a:cxn>
                  <a:cxn ang="0">
                    <a:pos x="1746122" y="1737394"/>
                  </a:cxn>
                  <a:cxn ang="0">
                    <a:pos x="1678429" y="1998947"/>
                  </a:cxn>
                  <a:cxn ang="0">
                    <a:pos x="1529251" y="1900611"/>
                  </a:cxn>
                  <a:cxn ang="0">
                    <a:pos x="1396554" y="1958589"/>
                  </a:cxn>
                  <a:cxn ang="0">
                    <a:pos x="1222182" y="2165316"/>
                  </a:cxn>
                  <a:cxn ang="0">
                    <a:pos x="1180960" y="2008081"/>
                  </a:cxn>
                  <a:cxn ang="0">
                    <a:pos x="990740" y="2008081"/>
                  </a:cxn>
                  <a:cxn ang="0">
                    <a:pos x="949518" y="2165316"/>
                  </a:cxn>
                  <a:cxn ang="0">
                    <a:pos x="775148" y="1958589"/>
                  </a:cxn>
                  <a:cxn ang="0">
                    <a:pos x="642449" y="1900611"/>
                  </a:cxn>
                  <a:cxn ang="0">
                    <a:pos x="493272" y="1998947"/>
                  </a:cxn>
                  <a:cxn ang="0">
                    <a:pos x="425578" y="1737394"/>
                  </a:cxn>
                  <a:cxn ang="0">
                    <a:pos x="300974" y="1580506"/>
                  </a:cxn>
                  <a:cxn ang="0">
                    <a:pos x="60674" y="1456486"/>
                  </a:cxn>
                  <a:cxn ang="0">
                    <a:pos x="197445" y="1359279"/>
                  </a:cxn>
                  <a:cxn ang="0">
                    <a:pos x="162394" y="1190658"/>
                  </a:cxn>
                  <a:cxn ang="0">
                    <a:pos x="0" y="974658"/>
                  </a:cxn>
                  <a:cxn ang="0">
                    <a:pos x="174523" y="895185"/>
                  </a:cxn>
                  <a:cxn ang="0">
                    <a:pos x="207197" y="779392"/>
                  </a:cxn>
                  <a:cxn ang="0">
                    <a:pos x="154392" y="514221"/>
                  </a:cxn>
                  <a:cxn ang="0">
                    <a:pos x="314492" y="562560"/>
                  </a:cxn>
                  <a:cxn ang="0">
                    <a:pos x="324396" y="301043"/>
                  </a:cxn>
                  <a:cxn ang="0">
                    <a:pos x="594784" y="293662"/>
                  </a:cxn>
                  <a:cxn ang="0">
                    <a:pos x="723764" y="225534"/>
                  </a:cxn>
                  <a:cxn ang="0">
                    <a:pos x="738933" y="48065"/>
                  </a:cxn>
                </a:cxnLst>
                <a:rect l="0" t="0" r="0" b="0"/>
                <a:pathLst>
                  <a:path w="2171700" h="2165316">
                    <a:moveTo>
                      <a:pt x="949518" y="0"/>
                    </a:moveTo>
                    <a:lnTo>
                      <a:pt x="985585" y="158021"/>
                    </a:lnTo>
                    <a:lnTo>
                      <a:pt x="990740" y="157235"/>
                    </a:lnTo>
                    <a:cubicBezTo>
                      <a:pt x="1022011" y="154059"/>
                      <a:pt x="1053741" y="152432"/>
                      <a:pt x="1085850" y="152432"/>
                    </a:cubicBezTo>
                    <a:cubicBezTo>
                      <a:pt x="1117960" y="152432"/>
                      <a:pt x="1149689" y="154059"/>
                      <a:pt x="1180960" y="157235"/>
                    </a:cubicBezTo>
                    <a:lnTo>
                      <a:pt x="1186115" y="158021"/>
                    </a:lnTo>
                    <a:lnTo>
                      <a:pt x="1222182" y="0"/>
                    </a:lnTo>
                    <a:lnTo>
                      <a:pt x="1432767" y="48065"/>
                    </a:lnTo>
                    <a:lnTo>
                      <a:pt x="1396554" y="206728"/>
                    </a:lnTo>
                    <a:lnTo>
                      <a:pt x="1447936" y="225534"/>
                    </a:lnTo>
                    <a:cubicBezTo>
                      <a:pt x="1475759" y="237302"/>
                      <a:pt x="1502890" y="250385"/>
                      <a:pt x="1529251" y="264705"/>
                    </a:cubicBezTo>
                    <a:lnTo>
                      <a:pt x="1576916" y="293662"/>
                    </a:lnTo>
                    <a:lnTo>
                      <a:pt x="1678429" y="166369"/>
                    </a:lnTo>
                    <a:lnTo>
                      <a:pt x="1847304" y="301043"/>
                    </a:lnTo>
                    <a:lnTo>
                      <a:pt x="1746122" y="427922"/>
                    </a:lnTo>
                    <a:lnTo>
                      <a:pt x="1857208" y="562560"/>
                    </a:lnTo>
                    <a:lnTo>
                      <a:pt x="1870726" y="584811"/>
                    </a:lnTo>
                    <a:lnTo>
                      <a:pt x="2017308" y="514220"/>
                    </a:lnTo>
                    <a:lnTo>
                      <a:pt x="2111027" y="708830"/>
                    </a:lnTo>
                    <a:lnTo>
                      <a:pt x="1964503" y="779392"/>
                    </a:lnTo>
                    <a:lnTo>
                      <a:pt x="1974255" y="806037"/>
                    </a:lnTo>
                    <a:cubicBezTo>
                      <a:pt x="1983315" y="835165"/>
                      <a:pt x="1990982" y="864907"/>
                      <a:pt x="1997177" y="895185"/>
                    </a:cubicBezTo>
                    <a:lnTo>
                      <a:pt x="2009306" y="974658"/>
                    </a:lnTo>
                    <a:lnTo>
                      <a:pt x="2171700" y="974658"/>
                    </a:lnTo>
                    <a:lnTo>
                      <a:pt x="2171700" y="1190658"/>
                    </a:lnTo>
                    <a:lnTo>
                      <a:pt x="2009306" y="1190658"/>
                    </a:lnTo>
                    <a:lnTo>
                      <a:pt x="1997177" y="1270131"/>
                    </a:lnTo>
                    <a:cubicBezTo>
                      <a:pt x="1990982" y="1300409"/>
                      <a:pt x="1983315" y="1330151"/>
                      <a:pt x="1974255" y="1359279"/>
                    </a:cubicBezTo>
                    <a:lnTo>
                      <a:pt x="1964503" y="1385924"/>
                    </a:lnTo>
                    <a:lnTo>
                      <a:pt x="2111027" y="1456486"/>
                    </a:lnTo>
                    <a:lnTo>
                      <a:pt x="2017308" y="1651095"/>
                    </a:lnTo>
                    <a:lnTo>
                      <a:pt x="1870726" y="1580505"/>
                    </a:lnTo>
                    <a:lnTo>
                      <a:pt x="1857208" y="1602756"/>
                    </a:lnTo>
                    <a:lnTo>
                      <a:pt x="1746122" y="1737394"/>
                    </a:lnTo>
                    <a:lnTo>
                      <a:pt x="1847304" y="1864273"/>
                    </a:lnTo>
                    <a:lnTo>
                      <a:pt x="1678429" y="1998947"/>
                    </a:lnTo>
                    <a:lnTo>
                      <a:pt x="1576916" y="1871654"/>
                    </a:lnTo>
                    <a:lnTo>
                      <a:pt x="1529251" y="1900611"/>
                    </a:lnTo>
                    <a:cubicBezTo>
                      <a:pt x="1502890" y="1914931"/>
                      <a:pt x="1475759" y="1928014"/>
                      <a:pt x="1447936" y="1939782"/>
                    </a:cubicBezTo>
                    <a:lnTo>
                      <a:pt x="1396554" y="1958589"/>
                    </a:lnTo>
                    <a:lnTo>
                      <a:pt x="1432767" y="2117251"/>
                    </a:lnTo>
                    <a:lnTo>
                      <a:pt x="1222182" y="2165316"/>
                    </a:lnTo>
                    <a:lnTo>
                      <a:pt x="1186115" y="2007295"/>
                    </a:lnTo>
                    <a:lnTo>
                      <a:pt x="1180960" y="2008081"/>
                    </a:lnTo>
                    <a:cubicBezTo>
                      <a:pt x="1149689" y="2011257"/>
                      <a:pt x="1117960" y="2012884"/>
                      <a:pt x="1085850" y="2012884"/>
                    </a:cubicBezTo>
                    <a:cubicBezTo>
                      <a:pt x="1053741" y="2012884"/>
                      <a:pt x="1022011" y="2011257"/>
                      <a:pt x="990740" y="2008081"/>
                    </a:cubicBezTo>
                    <a:lnTo>
                      <a:pt x="985585" y="2007295"/>
                    </a:lnTo>
                    <a:lnTo>
                      <a:pt x="949518" y="2165316"/>
                    </a:lnTo>
                    <a:lnTo>
                      <a:pt x="738934" y="2117251"/>
                    </a:lnTo>
                    <a:lnTo>
                      <a:pt x="775148" y="1958589"/>
                    </a:lnTo>
                    <a:lnTo>
                      <a:pt x="723764" y="1939782"/>
                    </a:lnTo>
                    <a:cubicBezTo>
                      <a:pt x="695941" y="1928014"/>
                      <a:pt x="668810" y="1914931"/>
                      <a:pt x="642449" y="1900611"/>
                    </a:cubicBezTo>
                    <a:lnTo>
                      <a:pt x="594785" y="1871654"/>
                    </a:lnTo>
                    <a:lnTo>
                      <a:pt x="493272" y="1998947"/>
                    </a:lnTo>
                    <a:lnTo>
                      <a:pt x="324396" y="1864273"/>
                    </a:lnTo>
                    <a:lnTo>
                      <a:pt x="425578" y="1737394"/>
                    </a:lnTo>
                    <a:lnTo>
                      <a:pt x="314492" y="1602756"/>
                    </a:lnTo>
                    <a:lnTo>
                      <a:pt x="300974" y="1580506"/>
                    </a:lnTo>
                    <a:lnTo>
                      <a:pt x="154393" y="1651096"/>
                    </a:lnTo>
                    <a:lnTo>
                      <a:pt x="60674" y="1456486"/>
                    </a:lnTo>
                    <a:lnTo>
                      <a:pt x="207197" y="1385924"/>
                    </a:lnTo>
                    <a:lnTo>
                      <a:pt x="197445" y="1359279"/>
                    </a:lnTo>
                    <a:cubicBezTo>
                      <a:pt x="188385" y="1330151"/>
                      <a:pt x="180719" y="1300409"/>
                      <a:pt x="174523" y="1270131"/>
                    </a:cubicBezTo>
                    <a:lnTo>
                      <a:pt x="162394" y="1190658"/>
                    </a:lnTo>
                    <a:lnTo>
                      <a:pt x="0" y="1190658"/>
                    </a:lnTo>
                    <a:lnTo>
                      <a:pt x="0" y="974658"/>
                    </a:lnTo>
                    <a:lnTo>
                      <a:pt x="162394" y="974658"/>
                    </a:lnTo>
                    <a:lnTo>
                      <a:pt x="174523" y="895185"/>
                    </a:lnTo>
                    <a:cubicBezTo>
                      <a:pt x="180719" y="864907"/>
                      <a:pt x="188385" y="835165"/>
                      <a:pt x="197445" y="806037"/>
                    </a:cubicBezTo>
                    <a:lnTo>
                      <a:pt x="207197" y="779392"/>
                    </a:lnTo>
                    <a:lnTo>
                      <a:pt x="60674" y="708830"/>
                    </a:lnTo>
                    <a:lnTo>
                      <a:pt x="154392" y="514221"/>
                    </a:lnTo>
                    <a:lnTo>
                      <a:pt x="300974" y="584811"/>
                    </a:lnTo>
                    <a:lnTo>
                      <a:pt x="314492" y="562560"/>
                    </a:lnTo>
                    <a:lnTo>
                      <a:pt x="425578" y="427922"/>
                    </a:lnTo>
                    <a:lnTo>
                      <a:pt x="324396" y="301043"/>
                    </a:lnTo>
                    <a:lnTo>
                      <a:pt x="493271" y="166369"/>
                    </a:lnTo>
                    <a:lnTo>
                      <a:pt x="594784" y="293662"/>
                    </a:lnTo>
                    <a:lnTo>
                      <a:pt x="642449" y="264705"/>
                    </a:lnTo>
                    <a:cubicBezTo>
                      <a:pt x="668810" y="250385"/>
                      <a:pt x="695941" y="237302"/>
                      <a:pt x="723764" y="225534"/>
                    </a:cubicBezTo>
                    <a:lnTo>
                      <a:pt x="775147" y="206727"/>
                    </a:lnTo>
                    <a:lnTo>
                      <a:pt x="738933" y="48065"/>
                    </a:lnTo>
                    <a:lnTo>
                      <a:pt x="949518" y="0"/>
                    </a:lnTo>
                    <a:close/>
                  </a:path>
                </a:pathLst>
              </a:custGeom>
              <a:solidFill>
                <a:srgbClr val="FFC000"/>
              </a:solidFill>
              <a:ln w="9525">
                <a:noFill/>
              </a:ln>
            </p:spPr>
            <p:txBody>
              <a:bodyPr/>
              <a:lstStyle/>
              <a:p>
                <a:endParaRPr lang="en-US"/>
              </a:p>
            </p:txBody>
          </p:sp>
          <p:sp>
            <p:nvSpPr>
              <p:cNvPr id="9233" name="椭圆 138"/>
              <p:cNvSpPr/>
              <p:nvPr/>
            </p:nvSpPr>
            <p:spPr>
              <a:xfrm>
                <a:off x="202639" y="200681"/>
                <a:ext cx="926885" cy="926884"/>
              </a:xfrm>
              <a:prstGeom prst="ellipse">
                <a:avLst/>
              </a:prstGeom>
              <a:solidFill>
                <a:srgbClr val="203864"/>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grpSp>
        <p:sp>
          <p:nvSpPr>
            <p:cNvPr id="9234" name="文本框 136"/>
            <p:cNvSpPr txBox="1"/>
            <p:nvPr/>
          </p:nvSpPr>
          <p:spPr>
            <a:xfrm>
              <a:off x="269448" y="349885"/>
              <a:ext cx="793264" cy="598583"/>
            </a:xfrm>
            <a:prstGeom prst="rect">
              <a:avLst/>
            </a:prstGeom>
            <a:noFill/>
            <a:ln w="9525">
              <a:noFill/>
            </a:ln>
          </p:spPr>
          <p:txBody>
            <a:bodyPr wrap="none" anchor="t" anchorCtr="0">
              <a:spAutoFit/>
            </a:bodyPr>
            <a:lstStyle/>
            <a:p>
              <a:pPr algn="ctr"/>
              <a:r>
                <a:rPr lang="en-GB" altLang="zh-CN" sz="1100" b="1" dirty="0">
                  <a:solidFill>
                    <a:schemeClr val="bg1"/>
                  </a:solidFill>
                  <a:latin typeface="Microsoft YaHei" panose="020B0503020204020204" pitchFamily="34" charset="-122"/>
                  <a:ea typeface="Microsoft YaHei" panose="020B0503020204020204" pitchFamily="34" charset="-122"/>
                </a:rPr>
                <a:t>STEP-1</a:t>
              </a:r>
            </a:p>
            <a:p>
              <a:pPr algn="ctr"/>
              <a:r>
                <a:rPr lang="en-GB" altLang="zh-CN" sz="1100" dirty="0">
                  <a:solidFill>
                    <a:schemeClr val="bg1"/>
                  </a:solidFill>
                  <a:latin typeface="Microsoft YaHei" panose="020B0503020204020204" pitchFamily="34" charset="-122"/>
                  <a:ea typeface="Microsoft YaHei" panose="020B0503020204020204" pitchFamily="34" charset="-122"/>
                </a:rPr>
                <a:t>Creating </a:t>
              </a:r>
            </a:p>
            <a:p>
              <a:pPr algn="ctr"/>
              <a:r>
                <a:rPr lang="en-GB" altLang="zh-CN" sz="1100" dirty="0">
                  <a:solidFill>
                    <a:schemeClr val="bg1"/>
                  </a:solidFill>
                  <a:latin typeface="Microsoft YaHei" panose="020B0503020204020204" pitchFamily="34" charset="-122"/>
                  <a:ea typeface="Microsoft YaHei" panose="020B0503020204020204" pitchFamily="34" charset="-122"/>
                </a:rPr>
                <a:t>variable</a:t>
              </a:r>
            </a:p>
          </p:txBody>
        </p:sp>
      </p:grpSp>
      <p:grpSp>
        <p:nvGrpSpPr>
          <p:cNvPr id="9235" name="Group 20"/>
          <p:cNvGrpSpPr/>
          <p:nvPr/>
        </p:nvGrpSpPr>
        <p:grpSpPr>
          <a:xfrm>
            <a:off x="504825" y="1362710"/>
            <a:ext cx="2192655" cy="1835785"/>
            <a:chOff x="0" y="0"/>
            <a:chExt cx="2215632" cy="2209118"/>
          </a:xfrm>
        </p:grpSpPr>
        <p:grpSp>
          <p:nvGrpSpPr>
            <p:cNvPr id="9236" name="Group 21"/>
            <p:cNvGrpSpPr/>
            <p:nvPr/>
          </p:nvGrpSpPr>
          <p:grpSpPr>
            <a:xfrm>
              <a:off x="0" y="0"/>
              <a:ext cx="2215632" cy="2209118"/>
              <a:chOff x="0" y="0"/>
              <a:chExt cx="2215632" cy="2209118"/>
            </a:xfrm>
          </p:grpSpPr>
          <p:sp>
            <p:nvSpPr>
              <p:cNvPr id="9237" name="任意多边形 142"/>
              <p:cNvSpPr/>
              <p:nvPr/>
            </p:nvSpPr>
            <p:spPr>
              <a:xfrm>
                <a:off x="0" y="0"/>
                <a:ext cx="2215632" cy="2209118"/>
              </a:xfrm>
              <a:custGeom>
                <a:avLst/>
                <a:gdLst/>
                <a:ahLst/>
                <a:cxnLst>
                  <a:cxn ang="0">
                    <a:pos x="985585" y="158021"/>
                  </a:cxn>
                  <a:cxn ang="0">
                    <a:pos x="1085850" y="152432"/>
                  </a:cxn>
                  <a:cxn ang="0">
                    <a:pos x="1186115" y="158021"/>
                  </a:cxn>
                  <a:cxn ang="0">
                    <a:pos x="1432767" y="48065"/>
                  </a:cxn>
                  <a:cxn ang="0">
                    <a:pos x="1447936" y="225534"/>
                  </a:cxn>
                  <a:cxn ang="0">
                    <a:pos x="1576916" y="293662"/>
                  </a:cxn>
                  <a:cxn ang="0">
                    <a:pos x="1847304" y="301043"/>
                  </a:cxn>
                  <a:cxn ang="0">
                    <a:pos x="1857208" y="562560"/>
                  </a:cxn>
                  <a:cxn ang="0">
                    <a:pos x="2017308" y="514220"/>
                  </a:cxn>
                  <a:cxn ang="0">
                    <a:pos x="1964503" y="779392"/>
                  </a:cxn>
                  <a:cxn ang="0">
                    <a:pos x="1997177" y="895185"/>
                  </a:cxn>
                  <a:cxn ang="0">
                    <a:pos x="2171700" y="974658"/>
                  </a:cxn>
                  <a:cxn ang="0">
                    <a:pos x="2009306" y="1190658"/>
                  </a:cxn>
                  <a:cxn ang="0">
                    <a:pos x="1974255" y="1359279"/>
                  </a:cxn>
                  <a:cxn ang="0">
                    <a:pos x="2111027" y="1456486"/>
                  </a:cxn>
                  <a:cxn ang="0">
                    <a:pos x="1870726" y="1580505"/>
                  </a:cxn>
                  <a:cxn ang="0">
                    <a:pos x="1746122" y="1737394"/>
                  </a:cxn>
                  <a:cxn ang="0">
                    <a:pos x="1678429" y="1998947"/>
                  </a:cxn>
                  <a:cxn ang="0">
                    <a:pos x="1529251" y="1900611"/>
                  </a:cxn>
                  <a:cxn ang="0">
                    <a:pos x="1396554" y="1958589"/>
                  </a:cxn>
                  <a:cxn ang="0">
                    <a:pos x="1222182" y="2165316"/>
                  </a:cxn>
                  <a:cxn ang="0">
                    <a:pos x="1180960" y="2008081"/>
                  </a:cxn>
                  <a:cxn ang="0">
                    <a:pos x="990740" y="2008081"/>
                  </a:cxn>
                  <a:cxn ang="0">
                    <a:pos x="949518" y="2165316"/>
                  </a:cxn>
                  <a:cxn ang="0">
                    <a:pos x="775148" y="1958589"/>
                  </a:cxn>
                  <a:cxn ang="0">
                    <a:pos x="642449" y="1900611"/>
                  </a:cxn>
                  <a:cxn ang="0">
                    <a:pos x="493272" y="1998947"/>
                  </a:cxn>
                  <a:cxn ang="0">
                    <a:pos x="425578" y="1737394"/>
                  </a:cxn>
                  <a:cxn ang="0">
                    <a:pos x="300974" y="1580506"/>
                  </a:cxn>
                  <a:cxn ang="0">
                    <a:pos x="60674" y="1456486"/>
                  </a:cxn>
                  <a:cxn ang="0">
                    <a:pos x="197445" y="1359279"/>
                  </a:cxn>
                  <a:cxn ang="0">
                    <a:pos x="162394" y="1190658"/>
                  </a:cxn>
                  <a:cxn ang="0">
                    <a:pos x="0" y="974658"/>
                  </a:cxn>
                  <a:cxn ang="0">
                    <a:pos x="174523" y="895185"/>
                  </a:cxn>
                  <a:cxn ang="0">
                    <a:pos x="207197" y="779392"/>
                  </a:cxn>
                  <a:cxn ang="0">
                    <a:pos x="154392" y="514221"/>
                  </a:cxn>
                  <a:cxn ang="0">
                    <a:pos x="314492" y="562560"/>
                  </a:cxn>
                  <a:cxn ang="0">
                    <a:pos x="324396" y="301043"/>
                  </a:cxn>
                  <a:cxn ang="0">
                    <a:pos x="594784" y="293662"/>
                  </a:cxn>
                  <a:cxn ang="0">
                    <a:pos x="723764" y="225534"/>
                  </a:cxn>
                  <a:cxn ang="0">
                    <a:pos x="738933" y="48065"/>
                  </a:cxn>
                </a:cxnLst>
                <a:rect l="0" t="0" r="0" b="0"/>
                <a:pathLst>
                  <a:path w="2171700" h="2165316">
                    <a:moveTo>
                      <a:pt x="949518" y="0"/>
                    </a:moveTo>
                    <a:lnTo>
                      <a:pt x="985585" y="158021"/>
                    </a:lnTo>
                    <a:lnTo>
                      <a:pt x="990740" y="157235"/>
                    </a:lnTo>
                    <a:cubicBezTo>
                      <a:pt x="1022011" y="154059"/>
                      <a:pt x="1053741" y="152432"/>
                      <a:pt x="1085850" y="152432"/>
                    </a:cubicBezTo>
                    <a:cubicBezTo>
                      <a:pt x="1117960" y="152432"/>
                      <a:pt x="1149689" y="154059"/>
                      <a:pt x="1180960" y="157235"/>
                    </a:cubicBezTo>
                    <a:lnTo>
                      <a:pt x="1186115" y="158021"/>
                    </a:lnTo>
                    <a:lnTo>
                      <a:pt x="1222182" y="0"/>
                    </a:lnTo>
                    <a:lnTo>
                      <a:pt x="1432767" y="48065"/>
                    </a:lnTo>
                    <a:lnTo>
                      <a:pt x="1396554" y="206728"/>
                    </a:lnTo>
                    <a:lnTo>
                      <a:pt x="1447936" y="225534"/>
                    </a:lnTo>
                    <a:cubicBezTo>
                      <a:pt x="1475759" y="237302"/>
                      <a:pt x="1502890" y="250385"/>
                      <a:pt x="1529251" y="264705"/>
                    </a:cubicBezTo>
                    <a:lnTo>
                      <a:pt x="1576916" y="293662"/>
                    </a:lnTo>
                    <a:lnTo>
                      <a:pt x="1678429" y="166369"/>
                    </a:lnTo>
                    <a:lnTo>
                      <a:pt x="1847304" y="301043"/>
                    </a:lnTo>
                    <a:lnTo>
                      <a:pt x="1746122" y="427922"/>
                    </a:lnTo>
                    <a:lnTo>
                      <a:pt x="1857208" y="562560"/>
                    </a:lnTo>
                    <a:lnTo>
                      <a:pt x="1870726" y="584811"/>
                    </a:lnTo>
                    <a:lnTo>
                      <a:pt x="2017308" y="514220"/>
                    </a:lnTo>
                    <a:lnTo>
                      <a:pt x="2111027" y="708830"/>
                    </a:lnTo>
                    <a:lnTo>
                      <a:pt x="1964503" y="779392"/>
                    </a:lnTo>
                    <a:lnTo>
                      <a:pt x="1974255" y="806037"/>
                    </a:lnTo>
                    <a:cubicBezTo>
                      <a:pt x="1983315" y="835165"/>
                      <a:pt x="1990982" y="864907"/>
                      <a:pt x="1997177" y="895185"/>
                    </a:cubicBezTo>
                    <a:lnTo>
                      <a:pt x="2009306" y="974658"/>
                    </a:lnTo>
                    <a:lnTo>
                      <a:pt x="2171700" y="974658"/>
                    </a:lnTo>
                    <a:lnTo>
                      <a:pt x="2171700" y="1190658"/>
                    </a:lnTo>
                    <a:lnTo>
                      <a:pt x="2009306" y="1190658"/>
                    </a:lnTo>
                    <a:lnTo>
                      <a:pt x="1997177" y="1270131"/>
                    </a:lnTo>
                    <a:cubicBezTo>
                      <a:pt x="1990982" y="1300409"/>
                      <a:pt x="1983315" y="1330151"/>
                      <a:pt x="1974255" y="1359279"/>
                    </a:cubicBezTo>
                    <a:lnTo>
                      <a:pt x="1964503" y="1385924"/>
                    </a:lnTo>
                    <a:lnTo>
                      <a:pt x="2111027" y="1456486"/>
                    </a:lnTo>
                    <a:lnTo>
                      <a:pt x="2017308" y="1651095"/>
                    </a:lnTo>
                    <a:lnTo>
                      <a:pt x="1870726" y="1580505"/>
                    </a:lnTo>
                    <a:lnTo>
                      <a:pt x="1857208" y="1602756"/>
                    </a:lnTo>
                    <a:lnTo>
                      <a:pt x="1746122" y="1737394"/>
                    </a:lnTo>
                    <a:lnTo>
                      <a:pt x="1847304" y="1864273"/>
                    </a:lnTo>
                    <a:lnTo>
                      <a:pt x="1678429" y="1998947"/>
                    </a:lnTo>
                    <a:lnTo>
                      <a:pt x="1576916" y="1871654"/>
                    </a:lnTo>
                    <a:lnTo>
                      <a:pt x="1529251" y="1900611"/>
                    </a:lnTo>
                    <a:cubicBezTo>
                      <a:pt x="1502890" y="1914931"/>
                      <a:pt x="1475759" y="1928014"/>
                      <a:pt x="1447936" y="1939782"/>
                    </a:cubicBezTo>
                    <a:lnTo>
                      <a:pt x="1396554" y="1958589"/>
                    </a:lnTo>
                    <a:lnTo>
                      <a:pt x="1432767" y="2117251"/>
                    </a:lnTo>
                    <a:lnTo>
                      <a:pt x="1222182" y="2165316"/>
                    </a:lnTo>
                    <a:lnTo>
                      <a:pt x="1186115" y="2007295"/>
                    </a:lnTo>
                    <a:lnTo>
                      <a:pt x="1180960" y="2008081"/>
                    </a:lnTo>
                    <a:cubicBezTo>
                      <a:pt x="1149689" y="2011257"/>
                      <a:pt x="1117960" y="2012884"/>
                      <a:pt x="1085850" y="2012884"/>
                    </a:cubicBezTo>
                    <a:cubicBezTo>
                      <a:pt x="1053741" y="2012884"/>
                      <a:pt x="1022011" y="2011257"/>
                      <a:pt x="990740" y="2008081"/>
                    </a:cubicBezTo>
                    <a:lnTo>
                      <a:pt x="985585" y="2007295"/>
                    </a:lnTo>
                    <a:lnTo>
                      <a:pt x="949518" y="2165316"/>
                    </a:lnTo>
                    <a:lnTo>
                      <a:pt x="738934" y="2117251"/>
                    </a:lnTo>
                    <a:lnTo>
                      <a:pt x="775148" y="1958589"/>
                    </a:lnTo>
                    <a:lnTo>
                      <a:pt x="723764" y="1939782"/>
                    </a:lnTo>
                    <a:cubicBezTo>
                      <a:pt x="695941" y="1928014"/>
                      <a:pt x="668810" y="1914931"/>
                      <a:pt x="642449" y="1900611"/>
                    </a:cubicBezTo>
                    <a:lnTo>
                      <a:pt x="594785" y="1871654"/>
                    </a:lnTo>
                    <a:lnTo>
                      <a:pt x="493272" y="1998947"/>
                    </a:lnTo>
                    <a:lnTo>
                      <a:pt x="324396" y="1864273"/>
                    </a:lnTo>
                    <a:lnTo>
                      <a:pt x="425578" y="1737394"/>
                    </a:lnTo>
                    <a:lnTo>
                      <a:pt x="314492" y="1602756"/>
                    </a:lnTo>
                    <a:lnTo>
                      <a:pt x="300974" y="1580506"/>
                    </a:lnTo>
                    <a:lnTo>
                      <a:pt x="154393" y="1651096"/>
                    </a:lnTo>
                    <a:lnTo>
                      <a:pt x="60674" y="1456486"/>
                    </a:lnTo>
                    <a:lnTo>
                      <a:pt x="207197" y="1385924"/>
                    </a:lnTo>
                    <a:lnTo>
                      <a:pt x="197445" y="1359279"/>
                    </a:lnTo>
                    <a:cubicBezTo>
                      <a:pt x="188385" y="1330151"/>
                      <a:pt x="180719" y="1300409"/>
                      <a:pt x="174523" y="1270131"/>
                    </a:cubicBezTo>
                    <a:lnTo>
                      <a:pt x="162394" y="1190658"/>
                    </a:lnTo>
                    <a:lnTo>
                      <a:pt x="0" y="1190658"/>
                    </a:lnTo>
                    <a:lnTo>
                      <a:pt x="0" y="974658"/>
                    </a:lnTo>
                    <a:lnTo>
                      <a:pt x="162394" y="974658"/>
                    </a:lnTo>
                    <a:lnTo>
                      <a:pt x="174523" y="895185"/>
                    </a:lnTo>
                    <a:cubicBezTo>
                      <a:pt x="180719" y="864907"/>
                      <a:pt x="188385" y="835165"/>
                      <a:pt x="197445" y="806037"/>
                    </a:cubicBezTo>
                    <a:lnTo>
                      <a:pt x="207197" y="779392"/>
                    </a:lnTo>
                    <a:lnTo>
                      <a:pt x="60674" y="708830"/>
                    </a:lnTo>
                    <a:lnTo>
                      <a:pt x="154392" y="514221"/>
                    </a:lnTo>
                    <a:lnTo>
                      <a:pt x="300974" y="584811"/>
                    </a:lnTo>
                    <a:lnTo>
                      <a:pt x="314492" y="562560"/>
                    </a:lnTo>
                    <a:lnTo>
                      <a:pt x="425578" y="427922"/>
                    </a:lnTo>
                    <a:lnTo>
                      <a:pt x="324396" y="301043"/>
                    </a:lnTo>
                    <a:lnTo>
                      <a:pt x="493271" y="166369"/>
                    </a:lnTo>
                    <a:lnTo>
                      <a:pt x="594784" y="293662"/>
                    </a:lnTo>
                    <a:lnTo>
                      <a:pt x="642449" y="264705"/>
                    </a:lnTo>
                    <a:cubicBezTo>
                      <a:pt x="668810" y="250385"/>
                      <a:pt x="695941" y="237302"/>
                      <a:pt x="723764" y="225534"/>
                    </a:cubicBezTo>
                    <a:lnTo>
                      <a:pt x="775147" y="206727"/>
                    </a:lnTo>
                    <a:lnTo>
                      <a:pt x="738933" y="48065"/>
                    </a:lnTo>
                    <a:lnTo>
                      <a:pt x="949518" y="0"/>
                    </a:lnTo>
                    <a:close/>
                  </a:path>
                </a:pathLst>
              </a:custGeom>
              <a:solidFill>
                <a:srgbClr val="FFC000"/>
              </a:solidFill>
              <a:ln w="9525">
                <a:noFill/>
              </a:ln>
            </p:spPr>
            <p:txBody>
              <a:bodyPr/>
              <a:lstStyle/>
              <a:p>
                <a:endParaRPr lang="en-US"/>
              </a:p>
            </p:txBody>
          </p:sp>
          <p:sp>
            <p:nvSpPr>
              <p:cNvPr id="9238" name="椭圆 143"/>
              <p:cNvSpPr/>
              <p:nvPr/>
            </p:nvSpPr>
            <p:spPr>
              <a:xfrm>
                <a:off x="337027" y="333770"/>
                <a:ext cx="1541580" cy="1541579"/>
              </a:xfrm>
              <a:prstGeom prst="ellipse">
                <a:avLst/>
              </a:prstGeom>
              <a:solidFill>
                <a:srgbClr val="203864"/>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grpSp>
        <p:sp>
          <p:nvSpPr>
            <p:cNvPr id="9239" name="文本框 141"/>
            <p:cNvSpPr txBox="1"/>
            <p:nvPr/>
          </p:nvSpPr>
          <p:spPr>
            <a:xfrm>
              <a:off x="481728" y="563319"/>
              <a:ext cx="1255366" cy="887162"/>
            </a:xfrm>
            <a:prstGeom prst="rect">
              <a:avLst/>
            </a:prstGeom>
            <a:noFill/>
            <a:ln w="9525">
              <a:noFill/>
            </a:ln>
          </p:spPr>
          <p:txBody>
            <a:bodyPr wrap="square" anchor="t" anchorCtr="0">
              <a:spAutoFit/>
            </a:bodyPr>
            <a:lstStyle/>
            <a:p>
              <a:pPr algn="ctr"/>
              <a:r>
                <a:rPr lang="en-GB" altLang="zh-CN" sz="1400" b="1" dirty="0">
                  <a:solidFill>
                    <a:schemeClr val="bg1"/>
                  </a:solidFill>
                  <a:latin typeface="Microsoft YaHei" panose="020B0503020204020204" pitchFamily="34" charset="-122"/>
                  <a:ea typeface="Microsoft YaHei" panose="020B0503020204020204" pitchFamily="34" charset="-122"/>
                </a:rPr>
                <a:t>STEP-2</a:t>
              </a:r>
            </a:p>
            <a:p>
              <a:pPr algn="ctr"/>
              <a:r>
                <a:rPr lang="en-GB" altLang="zh-CN" sz="1400" dirty="0">
                  <a:solidFill>
                    <a:schemeClr val="bg1"/>
                  </a:solidFill>
                  <a:latin typeface="Microsoft YaHei" panose="020B0503020204020204" pitchFamily="34" charset="-122"/>
                  <a:ea typeface="Microsoft YaHei" panose="020B0503020204020204" pitchFamily="34" charset="-122"/>
                </a:rPr>
                <a:t>Store value</a:t>
              </a:r>
            </a:p>
            <a:p>
              <a:pPr algn="ctr"/>
              <a:r>
                <a:rPr lang="en-GB" altLang="zh-CN" sz="1400" dirty="0">
                  <a:solidFill>
                    <a:schemeClr val="bg1"/>
                  </a:solidFill>
                  <a:latin typeface="Microsoft YaHei" panose="020B0503020204020204" pitchFamily="34" charset="-122"/>
                  <a:ea typeface="Microsoft YaHei" panose="020B0503020204020204" pitchFamily="34" charset="-122"/>
                </a:rPr>
                <a:t> in</a:t>
              </a:r>
              <a:r>
                <a:rPr lang="en-GB" altLang="zh-CN" sz="1400" b="1" dirty="0">
                  <a:solidFill>
                    <a:schemeClr val="bg1"/>
                  </a:solidFill>
                  <a:latin typeface="Microsoft YaHei" panose="020B0503020204020204" pitchFamily="34" charset="-122"/>
                  <a:ea typeface="Microsoft YaHei" panose="020B0503020204020204" pitchFamily="34" charset="-122"/>
                </a:rPr>
                <a:t> </a:t>
              </a:r>
              <a:r>
                <a:rPr lang="en-GB" altLang="zh-CN" sz="1400" dirty="0">
                  <a:solidFill>
                    <a:schemeClr val="bg1"/>
                  </a:solidFill>
                  <a:latin typeface="Microsoft YaHei" panose="020B0503020204020204" pitchFamily="34" charset="-122"/>
                  <a:ea typeface="Microsoft YaHei" panose="020B0503020204020204" pitchFamily="34" charset="-122"/>
                </a:rPr>
                <a:t>variable</a:t>
              </a:r>
            </a:p>
          </p:txBody>
        </p:sp>
      </p:grpSp>
      <p:grpSp>
        <p:nvGrpSpPr>
          <p:cNvPr id="9240" name="Group 25"/>
          <p:cNvGrpSpPr/>
          <p:nvPr/>
        </p:nvGrpSpPr>
        <p:grpSpPr>
          <a:xfrm>
            <a:off x="1568450" y="2830830"/>
            <a:ext cx="2574925" cy="2244090"/>
            <a:chOff x="0" y="0"/>
            <a:chExt cx="1716029" cy="1710984"/>
          </a:xfrm>
        </p:grpSpPr>
        <p:grpSp>
          <p:nvGrpSpPr>
            <p:cNvPr id="9241" name="Group 26"/>
            <p:cNvGrpSpPr/>
            <p:nvPr/>
          </p:nvGrpSpPr>
          <p:grpSpPr>
            <a:xfrm>
              <a:off x="0" y="0"/>
              <a:ext cx="1716029" cy="1710984"/>
              <a:chOff x="0" y="0"/>
              <a:chExt cx="1716029" cy="1710984"/>
            </a:xfrm>
          </p:grpSpPr>
          <p:sp>
            <p:nvSpPr>
              <p:cNvPr id="9242" name="任意多边形 147"/>
              <p:cNvSpPr/>
              <p:nvPr/>
            </p:nvSpPr>
            <p:spPr>
              <a:xfrm>
                <a:off x="0" y="0"/>
                <a:ext cx="1716029" cy="1710984"/>
              </a:xfrm>
              <a:custGeom>
                <a:avLst/>
                <a:gdLst/>
                <a:ahLst/>
                <a:cxnLst>
                  <a:cxn ang="0">
                    <a:pos x="985585" y="158021"/>
                  </a:cxn>
                  <a:cxn ang="0">
                    <a:pos x="1085850" y="152432"/>
                  </a:cxn>
                  <a:cxn ang="0">
                    <a:pos x="1186115" y="158021"/>
                  </a:cxn>
                  <a:cxn ang="0">
                    <a:pos x="1432767" y="48065"/>
                  </a:cxn>
                  <a:cxn ang="0">
                    <a:pos x="1447936" y="225534"/>
                  </a:cxn>
                  <a:cxn ang="0">
                    <a:pos x="1576916" y="293662"/>
                  </a:cxn>
                  <a:cxn ang="0">
                    <a:pos x="1847304" y="301043"/>
                  </a:cxn>
                  <a:cxn ang="0">
                    <a:pos x="1857208" y="562560"/>
                  </a:cxn>
                  <a:cxn ang="0">
                    <a:pos x="2017308" y="514220"/>
                  </a:cxn>
                  <a:cxn ang="0">
                    <a:pos x="1964503" y="779392"/>
                  </a:cxn>
                  <a:cxn ang="0">
                    <a:pos x="1997177" y="895185"/>
                  </a:cxn>
                  <a:cxn ang="0">
                    <a:pos x="2171700" y="974658"/>
                  </a:cxn>
                  <a:cxn ang="0">
                    <a:pos x="2009306" y="1190658"/>
                  </a:cxn>
                  <a:cxn ang="0">
                    <a:pos x="1974255" y="1359279"/>
                  </a:cxn>
                  <a:cxn ang="0">
                    <a:pos x="2111027" y="1456486"/>
                  </a:cxn>
                  <a:cxn ang="0">
                    <a:pos x="1870726" y="1580505"/>
                  </a:cxn>
                  <a:cxn ang="0">
                    <a:pos x="1746122" y="1737394"/>
                  </a:cxn>
                  <a:cxn ang="0">
                    <a:pos x="1678429" y="1998947"/>
                  </a:cxn>
                  <a:cxn ang="0">
                    <a:pos x="1529251" y="1900611"/>
                  </a:cxn>
                  <a:cxn ang="0">
                    <a:pos x="1396554" y="1958589"/>
                  </a:cxn>
                  <a:cxn ang="0">
                    <a:pos x="1222182" y="2165316"/>
                  </a:cxn>
                  <a:cxn ang="0">
                    <a:pos x="1180960" y="2008081"/>
                  </a:cxn>
                  <a:cxn ang="0">
                    <a:pos x="990740" y="2008081"/>
                  </a:cxn>
                  <a:cxn ang="0">
                    <a:pos x="949518" y="2165316"/>
                  </a:cxn>
                  <a:cxn ang="0">
                    <a:pos x="775148" y="1958589"/>
                  </a:cxn>
                  <a:cxn ang="0">
                    <a:pos x="642449" y="1900611"/>
                  </a:cxn>
                  <a:cxn ang="0">
                    <a:pos x="493272" y="1998947"/>
                  </a:cxn>
                  <a:cxn ang="0">
                    <a:pos x="425578" y="1737394"/>
                  </a:cxn>
                  <a:cxn ang="0">
                    <a:pos x="300974" y="1580506"/>
                  </a:cxn>
                  <a:cxn ang="0">
                    <a:pos x="60674" y="1456486"/>
                  </a:cxn>
                  <a:cxn ang="0">
                    <a:pos x="197445" y="1359279"/>
                  </a:cxn>
                  <a:cxn ang="0">
                    <a:pos x="162394" y="1190658"/>
                  </a:cxn>
                  <a:cxn ang="0">
                    <a:pos x="0" y="974658"/>
                  </a:cxn>
                  <a:cxn ang="0">
                    <a:pos x="174523" y="895185"/>
                  </a:cxn>
                  <a:cxn ang="0">
                    <a:pos x="207197" y="779392"/>
                  </a:cxn>
                  <a:cxn ang="0">
                    <a:pos x="154392" y="514221"/>
                  </a:cxn>
                  <a:cxn ang="0">
                    <a:pos x="314492" y="562560"/>
                  </a:cxn>
                  <a:cxn ang="0">
                    <a:pos x="324396" y="301043"/>
                  </a:cxn>
                  <a:cxn ang="0">
                    <a:pos x="594784" y="293662"/>
                  </a:cxn>
                  <a:cxn ang="0">
                    <a:pos x="723764" y="225534"/>
                  </a:cxn>
                  <a:cxn ang="0">
                    <a:pos x="738933" y="48065"/>
                  </a:cxn>
                </a:cxnLst>
                <a:rect l="0" t="0" r="0" b="0"/>
                <a:pathLst>
                  <a:path w="2171700" h="2165316">
                    <a:moveTo>
                      <a:pt x="949518" y="0"/>
                    </a:moveTo>
                    <a:lnTo>
                      <a:pt x="985585" y="158021"/>
                    </a:lnTo>
                    <a:lnTo>
                      <a:pt x="990740" y="157235"/>
                    </a:lnTo>
                    <a:cubicBezTo>
                      <a:pt x="1022011" y="154059"/>
                      <a:pt x="1053741" y="152432"/>
                      <a:pt x="1085850" y="152432"/>
                    </a:cubicBezTo>
                    <a:cubicBezTo>
                      <a:pt x="1117960" y="152432"/>
                      <a:pt x="1149689" y="154059"/>
                      <a:pt x="1180960" y="157235"/>
                    </a:cubicBezTo>
                    <a:lnTo>
                      <a:pt x="1186115" y="158021"/>
                    </a:lnTo>
                    <a:lnTo>
                      <a:pt x="1222182" y="0"/>
                    </a:lnTo>
                    <a:lnTo>
                      <a:pt x="1432767" y="48065"/>
                    </a:lnTo>
                    <a:lnTo>
                      <a:pt x="1396554" y="206728"/>
                    </a:lnTo>
                    <a:lnTo>
                      <a:pt x="1447936" y="225534"/>
                    </a:lnTo>
                    <a:cubicBezTo>
                      <a:pt x="1475759" y="237302"/>
                      <a:pt x="1502890" y="250385"/>
                      <a:pt x="1529251" y="264705"/>
                    </a:cubicBezTo>
                    <a:lnTo>
                      <a:pt x="1576916" y="293662"/>
                    </a:lnTo>
                    <a:lnTo>
                      <a:pt x="1678429" y="166369"/>
                    </a:lnTo>
                    <a:lnTo>
                      <a:pt x="1847304" y="301043"/>
                    </a:lnTo>
                    <a:lnTo>
                      <a:pt x="1746122" y="427922"/>
                    </a:lnTo>
                    <a:lnTo>
                      <a:pt x="1857208" y="562560"/>
                    </a:lnTo>
                    <a:lnTo>
                      <a:pt x="1870726" y="584811"/>
                    </a:lnTo>
                    <a:lnTo>
                      <a:pt x="2017308" y="514220"/>
                    </a:lnTo>
                    <a:lnTo>
                      <a:pt x="2111027" y="708830"/>
                    </a:lnTo>
                    <a:lnTo>
                      <a:pt x="1964503" y="779392"/>
                    </a:lnTo>
                    <a:lnTo>
                      <a:pt x="1974255" y="806037"/>
                    </a:lnTo>
                    <a:cubicBezTo>
                      <a:pt x="1983315" y="835165"/>
                      <a:pt x="1990982" y="864907"/>
                      <a:pt x="1997177" y="895185"/>
                    </a:cubicBezTo>
                    <a:lnTo>
                      <a:pt x="2009306" y="974658"/>
                    </a:lnTo>
                    <a:lnTo>
                      <a:pt x="2171700" y="974658"/>
                    </a:lnTo>
                    <a:lnTo>
                      <a:pt x="2171700" y="1190658"/>
                    </a:lnTo>
                    <a:lnTo>
                      <a:pt x="2009306" y="1190658"/>
                    </a:lnTo>
                    <a:lnTo>
                      <a:pt x="1997177" y="1270131"/>
                    </a:lnTo>
                    <a:cubicBezTo>
                      <a:pt x="1990982" y="1300409"/>
                      <a:pt x="1983315" y="1330151"/>
                      <a:pt x="1974255" y="1359279"/>
                    </a:cubicBezTo>
                    <a:lnTo>
                      <a:pt x="1964503" y="1385924"/>
                    </a:lnTo>
                    <a:lnTo>
                      <a:pt x="2111027" y="1456486"/>
                    </a:lnTo>
                    <a:lnTo>
                      <a:pt x="2017308" y="1651095"/>
                    </a:lnTo>
                    <a:lnTo>
                      <a:pt x="1870726" y="1580505"/>
                    </a:lnTo>
                    <a:lnTo>
                      <a:pt x="1857208" y="1602756"/>
                    </a:lnTo>
                    <a:lnTo>
                      <a:pt x="1746122" y="1737394"/>
                    </a:lnTo>
                    <a:lnTo>
                      <a:pt x="1847304" y="1864273"/>
                    </a:lnTo>
                    <a:lnTo>
                      <a:pt x="1678429" y="1998947"/>
                    </a:lnTo>
                    <a:lnTo>
                      <a:pt x="1576916" y="1871654"/>
                    </a:lnTo>
                    <a:lnTo>
                      <a:pt x="1529251" y="1900611"/>
                    </a:lnTo>
                    <a:cubicBezTo>
                      <a:pt x="1502890" y="1914931"/>
                      <a:pt x="1475759" y="1928014"/>
                      <a:pt x="1447936" y="1939782"/>
                    </a:cubicBezTo>
                    <a:lnTo>
                      <a:pt x="1396554" y="1958589"/>
                    </a:lnTo>
                    <a:lnTo>
                      <a:pt x="1432767" y="2117251"/>
                    </a:lnTo>
                    <a:lnTo>
                      <a:pt x="1222182" y="2165316"/>
                    </a:lnTo>
                    <a:lnTo>
                      <a:pt x="1186115" y="2007295"/>
                    </a:lnTo>
                    <a:lnTo>
                      <a:pt x="1180960" y="2008081"/>
                    </a:lnTo>
                    <a:cubicBezTo>
                      <a:pt x="1149689" y="2011257"/>
                      <a:pt x="1117960" y="2012884"/>
                      <a:pt x="1085850" y="2012884"/>
                    </a:cubicBezTo>
                    <a:cubicBezTo>
                      <a:pt x="1053741" y="2012884"/>
                      <a:pt x="1022011" y="2011257"/>
                      <a:pt x="990740" y="2008081"/>
                    </a:cubicBezTo>
                    <a:lnTo>
                      <a:pt x="985585" y="2007295"/>
                    </a:lnTo>
                    <a:lnTo>
                      <a:pt x="949518" y="2165316"/>
                    </a:lnTo>
                    <a:lnTo>
                      <a:pt x="738934" y="2117251"/>
                    </a:lnTo>
                    <a:lnTo>
                      <a:pt x="775148" y="1958589"/>
                    </a:lnTo>
                    <a:lnTo>
                      <a:pt x="723764" y="1939782"/>
                    </a:lnTo>
                    <a:cubicBezTo>
                      <a:pt x="695941" y="1928014"/>
                      <a:pt x="668810" y="1914931"/>
                      <a:pt x="642449" y="1900611"/>
                    </a:cubicBezTo>
                    <a:lnTo>
                      <a:pt x="594785" y="1871654"/>
                    </a:lnTo>
                    <a:lnTo>
                      <a:pt x="493272" y="1998947"/>
                    </a:lnTo>
                    <a:lnTo>
                      <a:pt x="324396" y="1864273"/>
                    </a:lnTo>
                    <a:lnTo>
                      <a:pt x="425578" y="1737394"/>
                    </a:lnTo>
                    <a:lnTo>
                      <a:pt x="314492" y="1602756"/>
                    </a:lnTo>
                    <a:lnTo>
                      <a:pt x="300974" y="1580506"/>
                    </a:lnTo>
                    <a:lnTo>
                      <a:pt x="154393" y="1651096"/>
                    </a:lnTo>
                    <a:lnTo>
                      <a:pt x="60674" y="1456486"/>
                    </a:lnTo>
                    <a:lnTo>
                      <a:pt x="207197" y="1385924"/>
                    </a:lnTo>
                    <a:lnTo>
                      <a:pt x="197445" y="1359279"/>
                    </a:lnTo>
                    <a:cubicBezTo>
                      <a:pt x="188385" y="1330151"/>
                      <a:pt x="180719" y="1300409"/>
                      <a:pt x="174523" y="1270131"/>
                    </a:cubicBezTo>
                    <a:lnTo>
                      <a:pt x="162394" y="1190658"/>
                    </a:lnTo>
                    <a:lnTo>
                      <a:pt x="0" y="1190658"/>
                    </a:lnTo>
                    <a:lnTo>
                      <a:pt x="0" y="974658"/>
                    </a:lnTo>
                    <a:lnTo>
                      <a:pt x="162394" y="974658"/>
                    </a:lnTo>
                    <a:lnTo>
                      <a:pt x="174523" y="895185"/>
                    </a:lnTo>
                    <a:cubicBezTo>
                      <a:pt x="180719" y="864907"/>
                      <a:pt x="188385" y="835165"/>
                      <a:pt x="197445" y="806037"/>
                    </a:cubicBezTo>
                    <a:lnTo>
                      <a:pt x="207197" y="779392"/>
                    </a:lnTo>
                    <a:lnTo>
                      <a:pt x="60674" y="708830"/>
                    </a:lnTo>
                    <a:lnTo>
                      <a:pt x="154392" y="514221"/>
                    </a:lnTo>
                    <a:lnTo>
                      <a:pt x="300974" y="584811"/>
                    </a:lnTo>
                    <a:lnTo>
                      <a:pt x="314492" y="562560"/>
                    </a:lnTo>
                    <a:lnTo>
                      <a:pt x="425578" y="427922"/>
                    </a:lnTo>
                    <a:lnTo>
                      <a:pt x="324396" y="301043"/>
                    </a:lnTo>
                    <a:lnTo>
                      <a:pt x="493271" y="166369"/>
                    </a:lnTo>
                    <a:lnTo>
                      <a:pt x="594784" y="293662"/>
                    </a:lnTo>
                    <a:lnTo>
                      <a:pt x="642449" y="264705"/>
                    </a:lnTo>
                    <a:cubicBezTo>
                      <a:pt x="668810" y="250385"/>
                      <a:pt x="695941" y="237302"/>
                      <a:pt x="723764" y="225534"/>
                    </a:cubicBezTo>
                    <a:lnTo>
                      <a:pt x="775147" y="206727"/>
                    </a:lnTo>
                    <a:lnTo>
                      <a:pt x="738933" y="48065"/>
                    </a:lnTo>
                    <a:lnTo>
                      <a:pt x="949518" y="0"/>
                    </a:lnTo>
                    <a:close/>
                  </a:path>
                </a:pathLst>
              </a:custGeom>
              <a:solidFill>
                <a:srgbClr val="FFC000"/>
              </a:solidFill>
              <a:ln w="9525">
                <a:noFill/>
              </a:ln>
            </p:spPr>
            <p:txBody>
              <a:bodyPr/>
              <a:lstStyle/>
              <a:p>
                <a:endParaRPr lang="en-US"/>
              </a:p>
            </p:txBody>
          </p:sp>
          <p:sp>
            <p:nvSpPr>
              <p:cNvPr id="9243" name="椭圆 148"/>
              <p:cNvSpPr/>
              <p:nvPr/>
            </p:nvSpPr>
            <p:spPr>
              <a:xfrm>
                <a:off x="261030" y="258508"/>
                <a:ext cx="1193969" cy="1193968"/>
              </a:xfrm>
              <a:prstGeom prst="ellipse">
                <a:avLst/>
              </a:prstGeom>
              <a:solidFill>
                <a:srgbClr val="203864"/>
              </a:solidFill>
              <a:ln w="9525">
                <a:noFill/>
              </a:ln>
            </p:spPr>
            <p:txBody>
              <a:bodyPr anchor="ctr" anchorCtr="0"/>
              <a:lstStyle/>
              <a:p>
                <a:pPr algn="ctr"/>
                <a:r>
                  <a:rPr lang="en-GB" altLang="zh-CN" sz="1600" b="1" dirty="0">
                    <a:solidFill>
                      <a:srgbClr val="FFFFFF"/>
                    </a:solidFill>
                    <a:latin typeface="Calibri" panose="020F0502020204030204" pitchFamily="34" charset="0"/>
                    <a:ea typeface="Microsoft YaHei" panose="020B0503020204020204" pitchFamily="34" charset="-122"/>
                  </a:rPr>
                  <a:t>STEP-3</a:t>
                </a:r>
                <a:endParaRPr lang="zh-CN" altLang="en-US" sz="1600" b="1" dirty="0">
                  <a:solidFill>
                    <a:srgbClr val="FFFFFF"/>
                  </a:solidFill>
                  <a:latin typeface="Calibri" panose="020F0502020204030204" pitchFamily="34" charset="0"/>
                  <a:ea typeface="Microsoft YaHei" panose="020B0503020204020204" pitchFamily="34" charset="-122"/>
                </a:endParaRPr>
              </a:p>
              <a:p>
                <a:pPr algn="ctr"/>
                <a:r>
                  <a:rPr lang="zh-CN" altLang="en-US" sz="1400" dirty="0">
                    <a:solidFill>
                      <a:srgbClr val="FFFFFF"/>
                    </a:solidFill>
                    <a:latin typeface="Calibri" panose="020F0502020204030204" pitchFamily="34" charset="0"/>
                    <a:ea typeface="Microsoft YaHei" panose="020B0503020204020204" pitchFamily="34" charset="-122"/>
                  </a:rPr>
                  <a:t>Access stored values in variables</a:t>
                </a:r>
              </a:p>
            </p:txBody>
          </p:sp>
        </p:grpSp>
        <p:sp>
          <p:nvSpPr>
            <p:cNvPr id="9244" name="文本框 146"/>
            <p:cNvSpPr txBox="1"/>
            <p:nvPr/>
          </p:nvSpPr>
          <p:spPr>
            <a:xfrm>
              <a:off x="423775" y="467110"/>
              <a:ext cx="309870" cy="306644"/>
            </a:xfrm>
            <a:prstGeom prst="rect">
              <a:avLst/>
            </a:prstGeom>
            <a:noFill/>
            <a:ln w="9525">
              <a:noFill/>
            </a:ln>
          </p:spPr>
          <p:txBody>
            <a:bodyPr wrap="square" anchor="t" anchorCtr="0">
              <a:spAutoFit/>
            </a:bodyPr>
            <a:lstStyle/>
            <a:p>
              <a:pPr algn="ctr"/>
              <a:endParaRPr lang="zh-CN" altLang="en-US" sz="1400" dirty="0">
                <a:solidFill>
                  <a:schemeClr val="bg1"/>
                </a:solidFill>
                <a:latin typeface="Microsoft YaHei" panose="020B0503020204020204" pitchFamily="34" charset="-122"/>
                <a:ea typeface="Microsoft YaHei" panose="020B0503020204020204" pitchFamily="34" charset="-122"/>
              </a:endParaRPr>
            </a:p>
          </p:txBody>
        </p:sp>
      </p:grpSp>
      <p:sp>
        <p:nvSpPr>
          <p:cNvPr id="4" name="Text Box 3"/>
          <p:cNvSpPr txBox="1"/>
          <p:nvPr/>
        </p:nvSpPr>
        <p:spPr>
          <a:xfrm>
            <a:off x="4143375" y="1830705"/>
            <a:ext cx="4379595" cy="3107690"/>
          </a:xfrm>
          <a:prstGeom prst="rect">
            <a:avLst/>
          </a:prstGeom>
          <a:noFill/>
        </p:spPr>
        <p:txBody>
          <a:bodyPr wrap="square" rtlCol="0">
            <a:spAutoFit/>
          </a:bodyPr>
          <a:lstStyle/>
          <a:p>
            <a:pPr marL="285750" indent="-285750">
              <a:buFont typeface="Arial" panose="020B0604020202020204" pitchFamily="34" charset="0"/>
              <a:buChar char="•"/>
            </a:pPr>
            <a:r>
              <a:rPr lang="en-US" sz="2000" dirty="0"/>
              <a:t>Creating variables is also called declaring variables in C programming</a:t>
            </a:r>
            <a:r>
              <a:rPr lang="en-GB" altLang="en-US" sz="2000" dirty="0"/>
              <a:t>. </a:t>
            </a:r>
            <a:r>
              <a:rPr lang="en-GB" altLang="en-US" sz="2000" dirty="0" err="1"/>
              <a:t>e.g</a:t>
            </a:r>
            <a:r>
              <a:rPr lang="en-GB" altLang="en-US" sz="2000" dirty="0"/>
              <a:t>  </a:t>
            </a:r>
            <a:r>
              <a:rPr lang="en-GB" altLang="en-US" sz="2000" dirty="0" err="1">
                <a:solidFill>
                  <a:srgbClr val="002060"/>
                </a:solidFill>
              </a:rPr>
              <a:t>int</a:t>
            </a:r>
            <a:r>
              <a:rPr lang="en-GB" altLang="en-US" sz="2000" dirty="0">
                <a:solidFill>
                  <a:srgbClr val="002060"/>
                </a:solidFill>
              </a:rPr>
              <a:t> a, b;</a:t>
            </a:r>
          </a:p>
          <a:p>
            <a:pPr marL="285750" indent="-285750">
              <a:buFont typeface="Arial" panose="020B0604020202020204" pitchFamily="34" charset="0"/>
              <a:buChar char="•"/>
            </a:pPr>
            <a:r>
              <a:rPr lang="en-GB" altLang="en-US" sz="2000" dirty="0">
                <a:solidFill>
                  <a:schemeClr val="tx1"/>
                </a:solidFill>
              </a:rPr>
              <a:t>Store value in variable</a:t>
            </a:r>
            <a:r>
              <a:rPr lang="en-GB" altLang="en-US" sz="2000" dirty="0">
                <a:solidFill>
                  <a:srgbClr val="002060"/>
                </a:solidFill>
              </a:rPr>
              <a:t>  a = 10; </a:t>
            </a:r>
          </a:p>
          <a:p>
            <a:pPr marL="285750" indent="-285750">
              <a:buFont typeface="Arial" panose="020B0604020202020204" pitchFamily="34" charset="0"/>
              <a:buChar char="•"/>
            </a:pPr>
            <a:r>
              <a:rPr lang="en-GB" altLang="en-US" sz="2000" dirty="0">
                <a:solidFill>
                  <a:schemeClr val="tx1"/>
                </a:solidFill>
              </a:rPr>
              <a:t>value  stored in  a variable accessed by using some  print statement or output statement</a:t>
            </a:r>
          </a:p>
          <a:p>
            <a:pPr marL="285750" indent="-285750">
              <a:buFont typeface="Arial" panose="020B0604020202020204" pitchFamily="34" charset="0"/>
              <a:buChar char="•"/>
            </a:pPr>
            <a:endParaRPr lang="en-GB" altLang="en-US" sz="2000" dirty="0">
              <a:solidFill>
                <a:schemeClr val="tx1"/>
              </a:solidFill>
            </a:endParaRPr>
          </a:p>
          <a:p>
            <a:pPr marL="285750" indent="-285750"/>
            <a:endParaRPr lang="en-GB" altLang="en-US" sz="1800" dirty="0"/>
          </a:p>
          <a:p>
            <a:endParaRPr lang="en-GB" altLang="en-US" sz="1800" dirty="0"/>
          </a:p>
        </p:txBody>
      </p:sp>
      <p:sp>
        <p:nvSpPr>
          <p:cNvPr id="5" name="Text Box 4"/>
          <p:cNvSpPr txBox="1"/>
          <p:nvPr/>
        </p:nvSpPr>
        <p:spPr>
          <a:xfrm>
            <a:off x="3235960" y="211455"/>
            <a:ext cx="5318760" cy="291465"/>
          </a:xfrm>
          <a:prstGeom prst="rect">
            <a:avLst/>
          </a:prstGeom>
          <a:noFill/>
        </p:spPr>
        <p:txBody>
          <a:bodyPr wrap="square" rtlCol="0">
            <a:spAutoFit/>
          </a:bodyPr>
          <a:lstStyle/>
          <a:p>
            <a:endParaRPr lang="en-GB" altLang="en-US"/>
          </a:p>
        </p:txBody>
      </p:sp>
      <p:sp>
        <p:nvSpPr>
          <p:cNvPr id="6" name="Text Box 5"/>
          <p:cNvSpPr txBox="1"/>
          <p:nvPr/>
        </p:nvSpPr>
        <p:spPr>
          <a:xfrm>
            <a:off x="3642995" y="630555"/>
            <a:ext cx="4674235" cy="583565"/>
          </a:xfrm>
          <a:prstGeom prst="rect">
            <a:avLst/>
          </a:prstGeom>
          <a:noFill/>
        </p:spPr>
        <p:txBody>
          <a:bodyPr wrap="square" rtlCol="0">
            <a:spAutoFit/>
          </a:bodyPr>
          <a:lstStyle/>
          <a:p>
            <a:pPr algn="ctr"/>
            <a:r>
              <a:rPr lang="en-GB" altLang="zh-CN" sz="3200" b="1" dirty="0">
                <a:gradFill>
                  <a:gsLst>
                    <a:gs pos="0">
                      <a:srgbClr val="012D86"/>
                    </a:gs>
                    <a:gs pos="100000">
                      <a:srgbClr val="0E2557"/>
                    </a:gs>
                  </a:gsLst>
                  <a:lin scaled="0"/>
                </a:gradFill>
                <a:latin typeface="Microsoft YaHei" panose="020B0503020204020204" pitchFamily="34" charset="-122"/>
                <a:ea typeface="Microsoft YaHei" panose="020B0503020204020204" pitchFamily="34" charset="-122"/>
                <a:sym typeface="+mn-ea"/>
              </a:rPr>
              <a:t>Variables</a:t>
            </a:r>
            <a:endParaRPr lang="en-US" sz="3200"/>
          </a:p>
        </p:txBody>
      </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230"/>
                                        </p:tgtEl>
                                        <p:attrNameLst>
                                          <p:attrName>style.visibility</p:attrName>
                                        </p:attrNameLst>
                                      </p:cBhvr>
                                      <p:to>
                                        <p:strVal val="visible"/>
                                      </p:to>
                                    </p:set>
                                    <p:animEffect transition="in" filter="blinds(horizontal)">
                                      <p:cBhvr>
                                        <p:cTn id="7" dur="500"/>
                                        <p:tgtEl>
                                          <p:spTgt spid="9230"/>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9235"/>
                                        </p:tgtEl>
                                        <p:attrNameLst>
                                          <p:attrName>style.visibility</p:attrName>
                                        </p:attrNameLst>
                                      </p:cBhvr>
                                      <p:to>
                                        <p:strVal val="visible"/>
                                      </p:to>
                                    </p:set>
                                    <p:animEffect transition="in" filter="checkerboard(across)">
                                      <p:cBhvr>
                                        <p:cTn id="12" dur="500"/>
                                        <p:tgtEl>
                                          <p:spTgt spid="9235"/>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9240"/>
                                        </p:tgtEl>
                                        <p:attrNameLst>
                                          <p:attrName>style.visibility</p:attrName>
                                        </p:attrNameLst>
                                      </p:cBhvr>
                                      <p:to>
                                        <p:strVal val="visible"/>
                                      </p:to>
                                    </p:set>
                                    <p:animEffect transition="in" filter="circle(in)">
                                      <p:cBhvr>
                                        <p:cTn id="17" dur="2000"/>
                                        <p:tgtEl>
                                          <p:spTgt spid="9240"/>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blinds(horizontal)">
                                      <p:cBhvr>
                                        <p:cTn id="2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矩形 8"/>
          <p:cNvSpPr/>
          <p:nvPr/>
        </p:nvSpPr>
        <p:spPr>
          <a:xfrm flipH="1">
            <a:off x="1393190" y="0"/>
            <a:ext cx="490855" cy="1087120"/>
          </a:xfrm>
          <a:prstGeom prst="rect">
            <a:avLst/>
          </a:prstGeom>
          <a:solidFill>
            <a:srgbClr val="FFC0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sp>
        <p:nvSpPr>
          <p:cNvPr id="8195" name="矩形 3"/>
          <p:cNvSpPr/>
          <p:nvPr/>
        </p:nvSpPr>
        <p:spPr>
          <a:xfrm>
            <a:off x="587375" y="1529715"/>
            <a:ext cx="805815" cy="3592830"/>
          </a:xfrm>
          <a:prstGeom prst="rect">
            <a:avLst/>
          </a:prstGeom>
          <a:solidFill>
            <a:srgbClr val="203864"/>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grpSp>
        <p:nvGrpSpPr>
          <p:cNvPr id="8201" name="Group 10"/>
          <p:cNvGrpSpPr/>
          <p:nvPr/>
        </p:nvGrpSpPr>
        <p:grpSpPr>
          <a:xfrm>
            <a:off x="0" y="1087120"/>
            <a:ext cx="1884045" cy="443865"/>
            <a:chOff x="0" y="0"/>
            <a:chExt cx="3385877" cy="578062"/>
          </a:xfrm>
        </p:grpSpPr>
        <p:sp>
          <p:nvSpPr>
            <p:cNvPr id="8202" name="直角三角形 7"/>
            <p:cNvSpPr/>
            <p:nvPr/>
          </p:nvSpPr>
          <p:spPr>
            <a:xfrm rot="-10800000" flipH="1">
              <a:off x="2809877" y="2062"/>
              <a:ext cx="576000" cy="576000"/>
            </a:xfrm>
            <a:prstGeom prst="rtTriangle">
              <a:avLst/>
            </a:prstGeom>
            <a:solidFill>
              <a:srgbClr val="D09E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sp>
          <p:nvSpPr>
            <p:cNvPr id="8203" name="矩形 9"/>
            <p:cNvSpPr/>
            <p:nvPr/>
          </p:nvSpPr>
          <p:spPr>
            <a:xfrm flipH="1">
              <a:off x="0" y="0"/>
              <a:ext cx="2809876" cy="576000"/>
            </a:xfrm>
            <a:prstGeom prst="rect">
              <a:avLst/>
            </a:prstGeom>
            <a:solidFill>
              <a:srgbClr val="FFC0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grpSp>
      <p:sp>
        <p:nvSpPr>
          <p:cNvPr id="8204" name="矩形 10"/>
          <p:cNvSpPr/>
          <p:nvPr/>
        </p:nvSpPr>
        <p:spPr>
          <a:xfrm>
            <a:off x="3395345" y="650240"/>
            <a:ext cx="4265295" cy="706755"/>
          </a:xfrm>
          <a:prstGeom prst="rect">
            <a:avLst/>
          </a:prstGeom>
          <a:noFill/>
          <a:ln w="9525">
            <a:noFill/>
          </a:ln>
        </p:spPr>
        <p:txBody>
          <a:bodyPr wrap="square" anchor="t" anchorCtr="0">
            <a:spAutoFit/>
          </a:bodyPr>
          <a:lstStyle/>
          <a:p>
            <a:r>
              <a:rPr lang="en-GB" altLang="zh-CN" sz="4000" b="1" dirty="0">
                <a:gradFill>
                  <a:gsLst>
                    <a:gs pos="0">
                      <a:srgbClr val="012D86"/>
                    </a:gs>
                    <a:gs pos="100000">
                      <a:srgbClr val="0E2557"/>
                    </a:gs>
                  </a:gsLst>
                  <a:lin scaled="0"/>
                </a:gradFill>
                <a:latin typeface="Microsoft YaHei" panose="020B0503020204020204" pitchFamily="34" charset="-122"/>
                <a:ea typeface="Microsoft YaHei" panose="020B0503020204020204" pitchFamily="34" charset="-122"/>
              </a:rPr>
              <a:t>Variables in JS</a:t>
            </a:r>
          </a:p>
        </p:txBody>
      </p:sp>
      <p:sp>
        <p:nvSpPr>
          <p:cNvPr id="2" name="Text Box 1"/>
          <p:cNvSpPr txBox="1"/>
          <p:nvPr/>
        </p:nvSpPr>
        <p:spPr>
          <a:xfrm>
            <a:off x="1733550" y="1955800"/>
            <a:ext cx="7096760" cy="1938020"/>
          </a:xfrm>
          <a:prstGeom prst="rect">
            <a:avLst/>
          </a:prstGeom>
          <a:noFill/>
        </p:spPr>
        <p:txBody>
          <a:bodyPr wrap="square" rtlCol="0">
            <a:spAutoFit/>
          </a:bodyPr>
          <a:lstStyle/>
          <a:p>
            <a:r>
              <a:rPr lang="en-GB" altLang="en-US" sz="2000" dirty="0"/>
              <a:t>JavaScript Variables can be declared in 4 ways:</a:t>
            </a:r>
          </a:p>
          <a:p>
            <a:endParaRPr lang="en-GB" altLang="en-US" sz="2000" dirty="0"/>
          </a:p>
          <a:p>
            <a:pPr marL="342900" indent="-342900">
              <a:buFont typeface="Arial" panose="020B0604020202020204" pitchFamily="34" charset="0"/>
              <a:buChar char="•"/>
            </a:pPr>
            <a:r>
              <a:rPr lang="en-GB" altLang="en-US" sz="2000" dirty="0"/>
              <a:t>Automatically</a:t>
            </a:r>
          </a:p>
          <a:p>
            <a:pPr marL="342900" indent="-342900">
              <a:buFont typeface="Arial" panose="020B0604020202020204" pitchFamily="34" charset="0"/>
              <a:buChar char="•"/>
            </a:pPr>
            <a:r>
              <a:rPr lang="en-GB" altLang="en-US" sz="2000" dirty="0"/>
              <a:t>Using </a:t>
            </a:r>
            <a:r>
              <a:rPr lang="en-GB" altLang="en-US" sz="2000" dirty="0" err="1"/>
              <a:t>var</a:t>
            </a:r>
            <a:endParaRPr lang="en-GB" altLang="en-US" sz="2000" dirty="0"/>
          </a:p>
          <a:p>
            <a:pPr marL="342900" indent="-342900">
              <a:buFont typeface="Arial" panose="020B0604020202020204" pitchFamily="34" charset="0"/>
              <a:buChar char="•"/>
            </a:pPr>
            <a:r>
              <a:rPr lang="en-GB" altLang="en-US" sz="2000" dirty="0"/>
              <a:t>Using let</a:t>
            </a:r>
          </a:p>
          <a:p>
            <a:pPr marL="342900" indent="-342900">
              <a:buFont typeface="Arial" panose="020B0604020202020204" pitchFamily="34" charset="0"/>
              <a:buChar char="•"/>
            </a:pPr>
            <a:r>
              <a:rPr lang="en-GB" altLang="en-US" sz="2000" dirty="0"/>
              <a:t>Using </a:t>
            </a:r>
            <a:r>
              <a:rPr lang="en-GB" altLang="en-US" sz="2000" dirty="0" err="1"/>
              <a:t>const</a:t>
            </a:r>
            <a:endParaRPr lang="en-GB" altLang="en-US" sz="2000" dirty="0"/>
          </a:p>
        </p:txBody>
      </p:sp>
    </p:spTree>
  </p:cSld>
  <p:clrMapOvr>
    <a:masterClrMapping/>
  </p:clrMapOvr>
  <p:transition spd="slow">
    <p:push/>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矩形 8"/>
          <p:cNvSpPr/>
          <p:nvPr/>
        </p:nvSpPr>
        <p:spPr>
          <a:xfrm flipH="1">
            <a:off x="1393190" y="0"/>
            <a:ext cx="490855" cy="1087120"/>
          </a:xfrm>
          <a:prstGeom prst="rect">
            <a:avLst/>
          </a:prstGeom>
          <a:solidFill>
            <a:srgbClr val="FFC0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sp>
        <p:nvSpPr>
          <p:cNvPr id="8195" name="矩形 3"/>
          <p:cNvSpPr/>
          <p:nvPr/>
        </p:nvSpPr>
        <p:spPr>
          <a:xfrm>
            <a:off x="587375" y="1529715"/>
            <a:ext cx="805815" cy="3592830"/>
          </a:xfrm>
          <a:prstGeom prst="rect">
            <a:avLst/>
          </a:prstGeom>
          <a:solidFill>
            <a:srgbClr val="203864"/>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grpSp>
        <p:nvGrpSpPr>
          <p:cNvPr id="8201" name="Group 10"/>
          <p:cNvGrpSpPr/>
          <p:nvPr/>
        </p:nvGrpSpPr>
        <p:grpSpPr>
          <a:xfrm>
            <a:off x="0" y="1087120"/>
            <a:ext cx="1884045" cy="443865"/>
            <a:chOff x="0" y="0"/>
            <a:chExt cx="3385877" cy="578062"/>
          </a:xfrm>
        </p:grpSpPr>
        <p:sp>
          <p:nvSpPr>
            <p:cNvPr id="8202" name="直角三角形 7"/>
            <p:cNvSpPr/>
            <p:nvPr/>
          </p:nvSpPr>
          <p:spPr>
            <a:xfrm rot="-10800000" flipH="1">
              <a:off x="2809877" y="2062"/>
              <a:ext cx="576000" cy="576000"/>
            </a:xfrm>
            <a:prstGeom prst="rtTriangle">
              <a:avLst/>
            </a:prstGeom>
            <a:solidFill>
              <a:srgbClr val="D09E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sp>
          <p:nvSpPr>
            <p:cNvPr id="8203" name="矩形 9"/>
            <p:cNvSpPr/>
            <p:nvPr/>
          </p:nvSpPr>
          <p:spPr>
            <a:xfrm flipH="1">
              <a:off x="0" y="0"/>
              <a:ext cx="2809876" cy="576000"/>
            </a:xfrm>
            <a:prstGeom prst="rect">
              <a:avLst/>
            </a:prstGeom>
            <a:solidFill>
              <a:srgbClr val="FFC0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grpSp>
      <p:sp>
        <p:nvSpPr>
          <p:cNvPr id="8204" name="矩形 10"/>
          <p:cNvSpPr/>
          <p:nvPr/>
        </p:nvSpPr>
        <p:spPr>
          <a:xfrm>
            <a:off x="3395345" y="650240"/>
            <a:ext cx="3094990" cy="706755"/>
          </a:xfrm>
          <a:prstGeom prst="rect">
            <a:avLst/>
          </a:prstGeom>
          <a:noFill/>
          <a:ln w="9525">
            <a:noFill/>
          </a:ln>
        </p:spPr>
        <p:txBody>
          <a:bodyPr wrap="square" anchor="t" anchorCtr="0">
            <a:spAutoFit/>
          </a:bodyPr>
          <a:lstStyle/>
          <a:p>
            <a:r>
              <a:rPr lang="en-GB" altLang="zh-CN" sz="4000" b="1" dirty="0">
                <a:gradFill>
                  <a:gsLst>
                    <a:gs pos="0">
                      <a:srgbClr val="012D86"/>
                    </a:gs>
                    <a:gs pos="100000">
                      <a:srgbClr val="0E2557"/>
                    </a:gs>
                  </a:gsLst>
                  <a:lin scaled="0"/>
                </a:gradFill>
                <a:latin typeface="Microsoft YaHei" panose="020B0503020204020204" pitchFamily="34" charset="-122"/>
                <a:ea typeface="Microsoft YaHei" panose="020B0503020204020204" pitchFamily="34" charset="-122"/>
              </a:rPr>
              <a:t>Data Types</a:t>
            </a:r>
          </a:p>
        </p:txBody>
      </p:sp>
      <p:sp>
        <p:nvSpPr>
          <p:cNvPr id="2" name="Text Box 1"/>
          <p:cNvSpPr txBox="1"/>
          <p:nvPr/>
        </p:nvSpPr>
        <p:spPr>
          <a:xfrm>
            <a:off x="1733550" y="1955800"/>
            <a:ext cx="7096760" cy="2553335"/>
          </a:xfrm>
          <a:prstGeom prst="rect">
            <a:avLst/>
          </a:prstGeom>
          <a:noFill/>
        </p:spPr>
        <p:txBody>
          <a:bodyPr wrap="square" rtlCol="0">
            <a:spAutoFit/>
          </a:bodyPr>
          <a:lstStyle/>
          <a:p>
            <a:r>
              <a:rPr lang="en-GB" altLang="en-US" sz="2000">
                <a:sym typeface="+mn-ea"/>
              </a:rPr>
              <a:t>A data type is a classification of data which tells the compiler or interpreter how the programmer intends to use the data. Most programming languages support various types of data, including integer, real, character or string, and Boolean.</a:t>
            </a:r>
            <a:endParaRPr lang="en-GB" altLang="en-US" sz="2000"/>
          </a:p>
          <a:p>
            <a:r>
              <a:rPr lang="en-GB" altLang="en-US" sz="2000">
                <a:sym typeface="+mn-ea"/>
              </a:rPr>
              <a:t>In javaScript String ,Number,Bigint,Boolean,Undefined, Null, Symbol,Object are  some data Types.</a:t>
            </a:r>
            <a:endParaRPr lang="en-GB" altLang="en-US" sz="2000"/>
          </a:p>
          <a:p>
            <a:endParaRPr lang="en-GB" altLang="en-US" sz="2000"/>
          </a:p>
          <a:p>
            <a:endParaRPr lang="en-GB" altLang="en-US" sz="2000"/>
          </a:p>
        </p:txBody>
      </p:sp>
    </p:spTree>
  </p:cSld>
  <p:clrMapOvr>
    <a:masterClrMapping/>
  </p:clrMapOvr>
  <p:transition spd="slow">
    <p:push/>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矩形 8"/>
          <p:cNvSpPr/>
          <p:nvPr/>
        </p:nvSpPr>
        <p:spPr>
          <a:xfrm flipH="1">
            <a:off x="1393190" y="0"/>
            <a:ext cx="490855" cy="1087120"/>
          </a:xfrm>
          <a:prstGeom prst="rect">
            <a:avLst/>
          </a:prstGeom>
          <a:solidFill>
            <a:srgbClr val="FFC0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sp>
        <p:nvSpPr>
          <p:cNvPr id="8195" name="矩形 3"/>
          <p:cNvSpPr/>
          <p:nvPr/>
        </p:nvSpPr>
        <p:spPr>
          <a:xfrm>
            <a:off x="587375" y="1529715"/>
            <a:ext cx="805815" cy="3592830"/>
          </a:xfrm>
          <a:prstGeom prst="rect">
            <a:avLst/>
          </a:prstGeom>
          <a:solidFill>
            <a:srgbClr val="203864"/>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grpSp>
        <p:nvGrpSpPr>
          <p:cNvPr id="8201" name="Group 10"/>
          <p:cNvGrpSpPr/>
          <p:nvPr/>
        </p:nvGrpSpPr>
        <p:grpSpPr>
          <a:xfrm>
            <a:off x="0" y="1087120"/>
            <a:ext cx="1884045" cy="443865"/>
            <a:chOff x="0" y="0"/>
            <a:chExt cx="3385877" cy="578062"/>
          </a:xfrm>
        </p:grpSpPr>
        <p:sp>
          <p:nvSpPr>
            <p:cNvPr id="8202" name="直角三角形 7"/>
            <p:cNvSpPr/>
            <p:nvPr/>
          </p:nvSpPr>
          <p:spPr>
            <a:xfrm rot="-10800000" flipH="1">
              <a:off x="2809877" y="2062"/>
              <a:ext cx="576000" cy="576000"/>
            </a:xfrm>
            <a:prstGeom prst="rtTriangle">
              <a:avLst/>
            </a:prstGeom>
            <a:solidFill>
              <a:srgbClr val="D09E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sp>
          <p:nvSpPr>
            <p:cNvPr id="8203" name="矩形 9"/>
            <p:cNvSpPr/>
            <p:nvPr/>
          </p:nvSpPr>
          <p:spPr>
            <a:xfrm flipH="1">
              <a:off x="0" y="0"/>
              <a:ext cx="2809876" cy="576000"/>
            </a:xfrm>
            <a:prstGeom prst="rect">
              <a:avLst/>
            </a:prstGeom>
            <a:solidFill>
              <a:srgbClr val="FFC0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grpSp>
      <p:sp>
        <p:nvSpPr>
          <p:cNvPr id="8204" name="矩形 10"/>
          <p:cNvSpPr/>
          <p:nvPr/>
        </p:nvSpPr>
        <p:spPr>
          <a:xfrm>
            <a:off x="2954020" y="638810"/>
            <a:ext cx="4113530" cy="706755"/>
          </a:xfrm>
          <a:prstGeom prst="rect">
            <a:avLst/>
          </a:prstGeom>
          <a:noFill/>
          <a:ln w="9525">
            <a:noFill/>
          </a:ln>
        </p:spPr>
        <p:txBody>
          <a:bodyPr wrap="square" anchor="t" anchorCtr="0">
            <a:spAutoFit/>
          </a:bodyPr>
          <a:lstStyle/>
          <a:p>
            <a:r>
              <a:rPr lang="en-GB" altLang="zh-CN" sz="4000" b="1" dirty="0">
                <a:gradFill>
                  <a:gsLst>
                    <a:gs pos="0">
                      <a:srgbClr val="012D86"/>
                    </a:gs>
                    <a:gs pos="100000">
                      <a:srgbClr val="0E2557"/>
                    </a:gs>
                  </a:gsLst>
                  <a:lin scaled="0"/>
                </a:gradFill>
                <a:latin typeface="Microsoft YaHei" panose="020B0503020204020204" pitchFamily="34" charset="-122"/>
                <a:ea typeface="Microsoft YaHei" panose="020B0503020204020204" pitchFamily="34" charset="-122"/>
              </a:rPr>
              <a:t>Variable Scope</a:t>
            </a:r>
          </a:p>
        </p:txBody>
      </p:sp>
      <p:sp>
        <p:nvSpPr>
          <p:cNvPr id="2" name="Text Box 1"/>
          <p:cNvSpPr txBox="1"/>
          <p:nvPr/>
        </p:nvSpPr>
        <p:spPr>
          <a:xfrm>
            <a:off x="1733550" y="1955800"/>
            <a:ext cx="7096760" cy="2245360"/>
          </a:xfrm>
          <a:prstGeom prst="rect">
            <a:avLst/>
          </a:prstGeom>
          <a:noFill/>
        </p:spPr>
        <p:txBody>
          <a:bodyPr wrap="square" rtlCol="0">
            <a:spAutoFit/>
          </a:bodyPr>
          <a:lstStyle/>
          <a:p>
            <a:pPr marL="342900" indent="-342900">
              <a:buFont typeface="Arial" panose="020B0604020202020204" pitchFamily="34" charset="0"/>
              <a:buChar char="•"/>
            </a:pPr>
            <a:r>
              <a:rPr lang="en-GB" altLang="en-US" sz="2000">
                <a:sym typeface="+mn-ea"/>
              </a:rPr>
              <a:t>A scope is a region of the program and broadly speaking there are three places, where variables can be declared:</a:t>
            </a:r>
            <a:endParaRPr lang="en-GB" altLang="en-US" sz="2000"/>
          </a:p>
          <a:p>
            <a:pPr marL="342900" indent="-342900">
              <a:buFont typeface="Arial" panose="020B0604020202020204" pitchFamily="34" charset="0"/>
              <a:buChar char="•"/>
            </a:pPr>
            <a:r>
              <a:rPr lang="en-GB" altLang="en-US" sz="2000">
                <a:sym typeface="+mn-ea"/>
              </a:rPr>
              <a:t>Inside a function or a block which is called local variables,</a:t>
            </a:r>
            <a:endParaRPr lang="en-GB" altLang="en-US" sz="2000"/>
          </a:p>
          <a:p>
            <a:pPr marL="342900" indent="-342900">
              <a:buFont typeface="Arial" panose="020B0604020202020204" pitchFamily="34" charset="0"/>
              <a:buChar char="•"/>
            </a:pPr>
            <a:r>
              <a:rPr lang="en-GB" altLang="en-US" sz="2000">
                <a:sym typeface="+mn-ea"/>
              </a:rPr>
              <a:t>In the definition of function parameters which is called formal parameters.</a:t>
            </a:r>
            <a:endParaRPr lang="en-GB" altLang="en-US" sz="2000"/>
          </a:p>
          <a:p>
            <a:pPr marL="342900" indent="-342900">
              <a:buFont typeface="Arial" panose="020B0604020202020204" pitchFamily="34" charset="0"/>
              <a:buChar char="•"/>
            </a:pPr>
            <a:r>
              <a:rPr lang="en-GB" altLang="en-US" sz="2000">
                <a:sym typeface="+mn-ea"/>
              </a:rPr>
              <a:t>Outside of all functions which is called global variables.</a:t>
            </a:r>
            <a:endParaRPr lang="en-GB" altLang="en-US" sz="2000"/>
          </a:p>
          <a:p>
            <a:endParaRPr lang="en-GB" altLang="en-US" sz="2000"/>
          </a:p>
        </p:txBody>
      </p:sp>
    </p:spTree>
  </p:cSld>
  <p:clrMapOvr>
    <a:masterClrMapping/>
  </p:clrMapOvr>
  <p:transition spd="slow">
    <p:push/>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矩形 8"/>
          <p:cNvSpPr/>
          <p:nvPr/>
        </p:nvSpPr>
        <p:spPr>
          <a:xfrm flipH="1">
            <a:off x="1393190" y="0"/>
            <a:ext cx="490855" cy="1087120"/>
          </a:xfrm>
          <a:prstGeom prst="rect">
            <a:avLst/>
          </a:prstGeom>
          <a:solidFill>
            <a:srgbClr val="FFC0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sp>
        <p:nvSpPr>
          <p:cNvPr id="8195" name="矩形 3"/>
          <p:cNvSpPr/>
          <p:nvPr/>
        </p:nvSpPr>
        <p:spPr>
          <a:xfrm>
            <a:off x="587375" y="1529715"/>
            <a:ext cx="805815" cy="3592830"/>
          </a:xfrm>
          <a:prstGeom prst="rect">
            <a:avLst/>
          </a:prstGeom>
          <a:solidFill>
            <a:srgbClr val="203864"/>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grpSp>
        <p:nvGrpSpPr>
          <p:cNvPr id="8201" name="Group 10"/>
          <p:cNvGrpSpPr/>
          <p:nvPr/>
        </p:nvGrpSpPr>
        <p:grpSpPr>
          <a:xfrm>
            <a:off x="0" y="1087120"/>
            <a:ext cx="1884045" cy="443865"/>
            <a:chOff x="0" y="0"/>
            <a:chExt cx="3385877" cy="578062"/>
          </a:xfrm>
        </p:grpSpPr>
        <p:sp>
          <p:nvSpPr>
            <p:cNvPr id="8202" name="直角三角形 7"/>
            <p:cNvSpPr/>
            <p:nvPr/>
          </p:nvSpPr>
          <p:spPr>
            <a:xfrm rot="-10800000" flipH="1">
              <a:off x="2809877" y="2062"/>
              <a:ext cx="576000" cy="576000"/>
            </a:xfrm>
            <a:prstGeom prst="rtTriangle">
              <a:avLst/>
            </a:prstGeom>
            <a:solidFill>
              <a:srgbClr val="D09E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sp>
          <p:nvSpPr>
            <p:cNvPr id="8203" name="矩形 9"/>
            <p:cNvSpPr/>
            <p:nvPr/>
          </p:nvSpPr>
          <p:spPr>
            <a:xfrm flipH="1">
              <a:off x="0" y="0"/>
              <a:ext cx="2809876" cy="576000"/>
            </a:xfrm>
            <a:prstGeom prst="rect">
              <a:avLst/>
            </a:prstGeom>
            <a:solidFill>
              <a:srgbClr val="FFC0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grpSp>
      <p:sp>
        <p:nvSpPr>
          <p:cNvPr id="8204" name="矩形 10"/>
          <p:cNvSpPr/>
          <p:nvPr/>
        </p:nvSpPr>
        <p:spPr>
          <a:xfrm>
            <a:off x="2954020" y="638810"/>
            <a:ext cx="4113530" cy="1322070"/>
          </a:xfrm>
          <a:prstGeom prst="rect">
            <a:avLst/>
          </a:prstGeom>
          <a:noFill/>
          <a:ln w="9525">
            <a:noFill/>
          </a:ln>
        </p:spPr>
        <p:txBody>
          <a:bodyPr wrap="square" anchor="t" anchorCtr="0">
            <a:spAutoFit/>
          </a:bodyPr>
          <a:lstStyle/>
          <a:p>
            <a:r>
              <a:rPr lang="en-GB" altLang="zh-CN" sz="4000" b="1" dirty="0">
                <a:gradFill>
                  <a:gsLst>
                    <a:gs pos="0">
                      <a:srgbClr val="012D86"/>
                    </a:gs>
                    <a:gs pos="100000">
                      <a:srgbClr val="0E2557"/>
                    </a:gs>
                  </a:gsLst>
                  <a:lin scaled="0"/>
                </a:gradFill>
                <a:latin typeface="Microsoft YaHei" panose="020B0503020204020204" pitchFamily="34" charset="-122"/>
                <a:ea typeface="Microsoft YaHei" panose="020B0503020204020204" pitchFamily="34" charset="-122"/>
                <a:sym typeface="+mn-ea"/>
              </a:rPr>
              <a:t>Variable Name</a:t>
            </a:r>
            <a:endParaRPr lang="en-GB" altLang="zh-CN" sz="4000" b="1" dirty="0">
              <a:gradFill>
                <a:gsLst>
                  <a:gs pos="0">
                    <a:srgbClr val="012D86"/>
                  </a:gs>
                  <a:gs pos="100000">
                    <a:srgbClr val="0E2557"/>
                  </a:gs>
                </a:gsLst>
                <a:lin scaled="0"/>
              </a:gradFill>
              <a:latin typeface="Microsoft YaHei" panose="020B0503020204020204" pitchFamily="34" charset="-122"/>
              <a:ea typeface="Microsoft YaHei" panose="020B0503020204020204" pitchFamily="34" charset="-122"/>
            </a:endParaRPr>
          </a:p>
          <a:p>
            <a:endParaRPr lang="en-GB" altLang="zh-CN" sz="4000" b="1" dirty="0">
              <a:gradFill>
                <a:gsLst>
                  <a:gs pos="0">
                    <a:srgbClr val="012D86"/>
                  </a:gs>
                  <a:gs pos="100000">
                    <a:srgbClr val="0E2557"/>
                  </a:gs>
                </a:gsLst>
                <a:lin scaled="0"/>
              </a:gradFill>
              <a:latin typeface="Microsoft YaHei" panose="020B0503020204020204" pitchFamily="34" charset="-122"/>
              <a:ea typeface="Microsoft YaHei" panose="020B0503020204020204" pitchFamily="34" charset="-122"/>
            </a:endParaRPr>
          </a:p>
        </p:txBody>
      </p:sp>
      <p:sp>
        <p:nvSpPr>
          <p:cNvPr id="2" name="Text Box 1"/>
          <p:cNvSpPr txBox="1"/>
          <p:nvPr/>
        </p:nvSpPr>
        <p:spPr>
          <a:xfrm>
            <a:off x="1733550" y="1378585"/>
            <a:ext cx="7096760" cy="4246245"/>
          </a:xfrm>
          <a:prstGeom prst="rect">
            <a:avLst/>
          </a:prstGeom>
          <a:noFill/>
        </p:spPr>
        <p:txBody>
          <a:bodyPr wrap="square" rtlCol="0">
            <a:spAutoFit/>
          </a:bodyPr>
          <a:lstStyle/>
          <a:p>
            <a:pPr marL="342900" indent="-342900">
              <a:buFont typeface="Arial" panose="020B0604020202020204" pitchFamily="34" charset="0"/>
              <a:buChar char="•"/>
            </a:pPr>
            <a:r>
              <a:rPr lang="en-GB" altLang="en-US" sz="1800" dirty="0">
                <a:sym typeface="+mn-ea"/>
              </a:rPr>
              <a:t>A variable can have a short name (like x and y) or a more descriptive name (age, price, </a:t>
            </a:r>
            <a:r>
              <a:rPr lang="en-GB" altLang="en-US" sz="1800" dirty="0" err="1">
                <a:sym typeface="+mn-ea"/>
              </a:rPr>
              <a:t>carname</a:t>
            </a:r>
            <a:r>
              <a:rPr lang="en-GB" altLang="en-US" sz="1800" dirty="0">
                <a:sym typeface="+mn-ea"/>
              </a:rPr>
              <a:t>, etc.).</a:t>
            </a:r>
            <a:endParaRPr lang="en-GB" altLang="en-US" sz="1800" dirty="0"/>
          </a:p>
          <a:p>
            <a:pPr>
              <a:buFont typeface="Arial" panose="020B0604020202020204" pitchFamily="34" charset="0"/>
            </a:pPr>
            <a:r>
              <a:rPr lang="en-GB" altLang="en-US" sz="1800" b="1" dirty="0">
                <a:sym typeface="+mn-ea"/>
              </a:rPr>
              <a:t>Rules  for  variable name</a:t>
            </a:r>
            <a:endParaRPr lang="en-GB" altLang="en-US" sz="1800" b="1" dirty="0"/>
          </a:p>
          <a:p>
            <a:pPr marL="285750" indent="-285750">
              <a:buFont typeface="Arial" panose="020B0604020202020204" pitchFamily="34" charset="0"/>
              <a:buChar char="•"/>
            </a:pPr>
            <a:r>
              <a:rPr lang="en-GB" altLang="en-US" sz="1800" dirty="0">
                <a:sym typeface="+mn-ea"/>
              </a:rPr>
              <a:t>A variable name must start with a letter or an underscore character (_)</a:t>
            </a:r>
            <a:endParaRPr lang="en-GB" altLang="en-US" sz="1800" dirty="0"/>
          </a:p>
          <a:p>
            <a:pPr marL="285750" indent="-285750">
              <a:buFont typeface="Arial" panose="020B0604020202020204" pitchFamily="34" charset="0"/>
              <a:buChar char="•"/>
            </a:pPr>
            <a:r>
              <a:rPr lang="en-GB" altLang="en-US" sz="1800" dirty="0">
                <a:sym typeface="+mn-ea"/>
              </a:rPr>
              <a:t>A variable name cannot start with a digit</a:t>
            </a:r>
            <a:endParaRPr lang="en-GB" altLang="en-US" sz="1800" dirty="0"/>
          </a:p>
          <a:p>
            <a:pPr marL="285750" indent="-285750">
              <a:buFont typeface="Arial" panose="020B0604020202020204" pitchFamily="34" charset="0"/>
              <a:buChar char="•"/>
            </a:pPr>
            <a:r>
              <a:rPr lang="en-GB" altLang="en-US" sz="1800" dirty="0">
                <a:sym typeface="+mn-ea"/>
              </a:rPr>
              <a:t>A variable name can only contain alpha-numeric characters and underscores (a-z, A-Z, 0-9, and _ )</a:t>
            </a:r>
            <a:endParaRPr lang="en-GB" altLang="en-US" sz="1800" dirty="0"/>
          </a:p>
          <a:p>
            <a:pPr marL="285750" indent="-285750">
              <a:buFont typeface="Arial" panose="020B0604020202020204" pitchFamily="34" charset="0"/>
              <a:buChar char="•"/>
            </a:pPr>
            <a:r>
              <a:rPr lang="en-GB" altLang="en-US" sz="1800" dirty="0">
                <a:sym typeface="+mn-ea"/>
              </a:rPr>
              <a:t>Variable names are case-sensitive (age, Age and AGE are three different variables)</a:t>
            </a:r>
            <a:endParaRPr lang="en-GB" altLang="en-US" sz="1800" dirty="0"/>
          </a:p>
          <a:p>
            <a:pPr marL="285750" indent="-285750">
              <a:buFont typeface="Arial" panose="020B0604020202020204" pitchFamily="34" charset="0"/>
              <a:buChar char="•"/>
            </a:pPr>
            <a:r>
              <a:rPr lang="en-GB" altLang="en-US" sz="1800" dirty="0">
                <a:sym typeface="+mn-ea"/>
              </a:rPr>
              <a:t>There is no limit on the length of the variable name</a:t>
            </a:r>
            <a:endParaRPr lang="en-GB" altLang="en-US" sz="1800" dirty="0"/>
          </a:p>
          <a:p>
            <a:pPr marL="285750" indent="-285750">
              <a:buFont typeface="Arial" panose="020B0604020202020204" pitchFamily="34" charset="0"/>
              <a:buChar char="•"/>
            </a:pPr>
            <a:r>
              <a:rPr lang="en-GB" altLang="en-US" sz="1800" dirty="0">
                <a:sym typeface="+mn-ea"/>
              </a:rPr>
              <a:t>A variable name cannot contain spaces</a:t>
            </a:r>
            <a:endParaRPr lang="en-GB" altLang="en-US" sz="1800" dirty="0"/>
          </a:p>
          <a:p>
            <a:pPr marL="285750" indent="-285750">
              <a:buFont typeface="Arial" panose="020B0604020202020204" pitchFamily="34" charset="0"/>
              <a:buChar char="•"/>
            </a:pPr>
            <a:r>
              <a:rPr lang="en-GB" altLang="en-US" sz="1800" dirty="0">
                <a:sym typeface="+mn-ea"/>
              </a:rPr>
              <a:t>The variable name cannot be any Go keywords</a:t>
            </a:r>
            <a:endParaRPr lang="en-GB" altLang="en-US" sz="1800" dirty="0"/>
          </a:p>
          <a:p>
            <a:pPr marL="285750" indent="-285750"/>
            <a:endParaRPr lang="en-GB" altLang="en-US" sz="1800" dirty="0"/>
          </a:p>
          <a:p>
            <a:pPr marL="342900" indent="-342900">
              <a:buFont typeface="Arial" panose="020B0604020202020204" pitchFamily="34" charset="0"/>
              <a:buChar char="•"/>
            </a:pPr>
            <a:endParaRPr lang="en-GB" altLang="en-US" sz="1800" dirty="0"/>
          </a:p>
          <a:p>
            <a:endParaRPr lang="en-GB" altLang="en-US" sz="1800" dirty="0"/>
          </a:p>
        </p:txBody>
      </p:sp>
    </p:spTree>
  </p:cSld>
  <p:clrMapOvr>
    <a:masterClrMapping/>
  </p:clrMapOvr>
  <p:transition spd="slow">
    <p:push/>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矩形 8"/>
          <p:cNvSpPr/>
          <p:nvPr/>
        </p:nvSpPr>
        <p:spPr>
          <a:xfrm flipH="1">
            <a:off x="1393190" y="0"/>
            <a:ext cx="490855" cy="1087120"/>
          </a:xfrm>
          <a:prstGeom prst="rect">
            <a:avLst/>
          </a:prstGeom>
          <a:solidFill>
            <a:srgbClr val="FFC0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sp>
        <p:nvSpPr>
          <p:cNvPr id="8195" name="矩形 3"/>
          <p:cNvSpPr/>
          <p:nvPr/>
        </p:nvSpPr>
        <p:spPr>
          <a:xfrm>
            <a:off x="587375" y="1529715"/>
            <a:ext cx="805815" cy="3592830"/>
          </a:xfrm>
          <a:prstGeom prst="rect">
            <a:avLst/>
          </a:prstGeom>
          <a:solidFill>
            <a:srgbClr val="203864"/>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grpSp>
        <p:nvGrpSpPr>
          <p:cNvPr id="8201" name="Group 10"/>
          <p:cNvGrpSpPr/>
          <p:nvPr/>
        </p:nvGrpSpPr>
        <p:grpSpPr>
          <a:xfrm>
            <a:off x="0" y="1087120"/>
            <a:ext cx="1884045" cy="443865"/>
            <a:chOff x="0" y="0"/>
            <a:chExt cx="3385877" cy="578062"/>
          </a:xfrm>
        </p:grpSpPr>
        <p:sp>
          <p:nvSpPr>
            <p:cNvPr id="8202" name="直角三角形 7"/>
            <p:cNvSpPr/>
            <p:nvPr/>
          </p:nvSpPr>
          <p:spPr>
            <a:xfrm rot="-10800000" flipH="1">
              <a:off x="2809877" y="2062"/>
              <a:ext cx="576000" cy="576000"/>
            </a:xfrm>
            <a:prstGeom prst="rtTriangle">
              <a:avLst/>
            </a:prstGeom>
            <a:solidFill>
              <a:srgbClr val="D09E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sp>
          <p:nvSpPr>
            <p:cNvPr id="8203" name="矩形 9"/>
            <p:cNvSpPr/>
            <p:nvPr/>
          </p:nvSpPr>
          <p:spPr>
            <a:xfrm flipH="1">
              <a:off x="0" y="0"/>
              <a:ext cx="2809876" cy="576000"/>
            </a:xfrm>
            <a:prstGeom prst="rect">
              <a:avLst/>
            </a:prstGeom>
            <a:solidFill>
              <a:srgbClr val="FFC0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grpSp>
      <p:sp>
        <p:nvSpPr>
          <p:cNvPr id="8204" name="矩形 10"/>
          <p:cNvSpPr/>
          <p:nvPr/>
        </p:nvSpPr>
        <p:spPr>
          <a:xfrm>
            <a:off x="2456180" y="638810"/>
            <a:ext cx="5607685" cy="1322070"/>
          </a:xfrm>
          <a:prstGeom prst="rect">
            <a:avLst/>
          </a:prstGeom>
          <a:noFill/>
          <a:ln w="9525">
            <a:noFill/>
          </a:ln>
        </p:spPr>
        <p:txBody>
          <a:bodyPr wrap="square" anchor="t" anchorCtr="0">
            <a:spAutoFit/>
          </a:bodyPr>
          <a:lstStyle/>
          <a:p>
            <a:r>
              <a:rPr lang="en-GB" altLang="zh-CN" sz="4000" b="1" dirty="0">
                <a:gradFill>
                  <a:gsLst>
                    <a:gs pos="0">
                      <a:srgbClr val="012D86"/>
                    </a:gs>
                    <a:gs pos="100000">
                      <a:srgbClr val="0E2557"/>
                    </a:gs>
                  </a:gsLst>
                  <a:lin scaled="0"/>
                </a:gradFill>
                <a:latin typeface="Microsoft YaHei" panose="020B0503020204020204" pitchFamily="34" charset="-122"/>
                <a:ea typeface="Microsoft YaHei" panose="020B0503020204020204" pitchFamily="34" charset="-122"/>
                <a:sym typeface="+mn-ea"/>
              </a:rPr>
              <a:t>What is an operator</a:t>
            </a:r>
            <a:endParaRPr lang="en-GB" altLang="zh-CN" sz="4000" b="1" dirty="0">
              <a:gradFill>
                <a:gsLst>
                  <a:gs pos="0">
                    <a:srgbClr val="012D86"/>
                  </a:gs>
                  <a:gs pos="100000">
                    <a:srgbClr val="0E2557"/>
                  </a:gs>
                </a:gsLst>
                <a:lin scaled="0"/>
              </a:gradFill>
              <a:latin typeface="Microsoft YaHei" panose="020B0503020204020204" pitchFamily="34" charset="-122"/>
              <a:ea typeface="Microsoft YaHei" panose="020B0503020204020204" pitchFamily="34" charset="-122"/>
            </a:endParaRPr>
          </a:p>
          <a:p>
            <a:endParaRPr lang="en-GB" altLang="zh-CN" sz="4000" b="1" dirty="0">
              <a:gradFill>
                <a:gsLst>
                  <a:gs pos="0">
                    <a:srgbClr val="012D86"/>
                  </a:gs>
                  <a:gs pos="100000">
                    <a:srgbClr val="0E2557"/>
                  </a:gs>
                </a:gsLst>
                <a:lin scaled="0"/>
              </a:gradFill>
              <a:latin typeface="Microsoft YaHei" panose="020B0503020204020204" pitchFamily="34" charset="-122"/>
              <a:ea typeface="Microsoft YaHei" panose="020B0503020204020204" pitchFamily="34" charset="-122"/>
            </a:endParaRPr>
          </a:p>
        </p:txBody>
      </p:sp>
      <p:sp>
        <p:nvSpPr>
          <p:cNvPr id="2" name="Text Box 1"/>
          <p:cNvSpPr txBox="1"/>
          <p:nvPr/>
        </p:nvSpPr>
        <p:spPr>
          <a:xfrm>
            <a:off x="1884045" y="1449070"/>
            <a:ext cx="7096760" cy="4399915"/>
          </a:xfrm>
          <a:prstGeom prst="rect">
            <a:avLst/>
          </a:prstGeom>
          <a:noFill/>
        </p:spPr>
        <p:txBody>
          <a:bodyPr wrap="square" rtlCol="0">
            <a:spAutoFit/>
          </a:bodyPr>
          <a:lstStyle/>
          <a:p>
            <a:pPr marL="342900" indent="-342900">
              <a:buFont typeface="Arial" panose="020B0604020202020204" pitchFamily="34" charset="0"/>
              <a:buChar char="•"/>
            </a:pPr>
            <a:r>
              <a:rPr lang="en-GB" altLang="en-US" sz="2000">
                <a:sym typeface="+mn-ea"/>
              </a:rPr>
              <a:t>An operator in a programming language is a symbol that tells the compiler or interpreter to perform specific mathematical, relational or logical operation and produce final result.</a:t>
            </a:r>
          </a:p>
          <a:p>
            <a:pPr>
              <a:buFont typeface="Arial" panose="020B0604020202020204" pitchFamily="34" charset="0"/>
            </a:pPr>
            <a:r>
              <a:rPr lang="en-GB" altLang="en-US" sz="2000">
                <a:sym typeface="+mn-ea"/>
              </a:rPr>
              <a:t> </a:t>
            </a:r>
          </a:p>
          <a:p>
            <a:pPr>
              <a:buFont typeface="Arial" panose="020B0604020202020204" pitchFamily="34" charset="0"/>
            </a:pPr>
            <a:r>
              <a:rPr lang="en-GB" altLang="en-US" sz="2000" b="1"/>
              <a:t> Types of Operators</a:t>
            </a:r>
          </a:p>
          <a:p>
            <a:pPr marL="342900" indent="-342900">
              <a:buFont typeface="Arial" panose="020B0604020202020204" pitchFamily="34" charset="0"/>
              <a:buChar char="•"/>
            </a:pPr>
            <a:r>
              <a:rPr lang="en-US" sz="2000">
                <a:sym typeface="+mn-ea"/>
              </a:rPr>
              <a:t>Arithmetic Operators</a:t>
            </a:r>
            <a:endParaRPr lang="en-US" sz="2000"/>
          </a:p>
          <a:p>
            <a:pPr marL="342900" indent="-342900">
              <a:buFont typeface="Arial" panose="020B0604020202020204" pitchFamily="34" charset="0"/>
              <a:buChar char="•"/>
            </a:pPr>
            <a:r>
              <a:rPr lang="en-US" sz="2000">
                <a:sym typeface="+mn-ea"/>
              </a:rPr>
              <a:t>Comparison Operators</a:t>
            </a:r>
            <a:endParaRPr lang="en-US" sz="2000"/>
          </a:p>
          <a:p>
            <a:pPr marL="342900" indent="-342900">
              <a:buFont typeface="Arial" panose="020B0604020202020204" pitchFamily="34" charset="0"/>
              <a:buChar char="•"/>
            </a:pPr>
            <a:r>
              <a:rPr lang="en-US" sz="2000">
                <a:sym typeface="+mn-ea"/>
              </a:rPr>
              <a:t>Logical Operators</a:t>
            </a:r>
          </a:p>
          <a:p>
            <a:pPr marL="342900" indent="-342900">
              <a:buFont typeface="Arial" panose="020B0604020202020204" pitchFamily="34" charset="0"/>
              <a:buChar char="•"/>
            </a:pPr>
            <a:r>
              <a:rPr lang="en-US" sz="2000">
                <a:sym typeface="+mn-ea"/>
              </a:rPr>
              <a:t>Bitwise Operators</a:t>
            </a:r>
            <a:endParaRPr lang="en-US" sz="2000"/>
          </a:p>
          <a:p>
            <a:pPr marL="342900" indent="-342900">
              <a:buFont typeface="Arial" panose="020B0604020202020204" pitchFamily="34" charset="0"/>
              <a:buChar char="•"/>
            </a:pPr>
            <a:r>
              <a:rPr lang="en-US" sz="2000">
                <a:sym typeface="+mn-ea"/>
              </a:rPr>
              <a:t> Assignment Operators</a:t>
            </a:r>
            <a:endParaRPr lang="en-US" sz="2000"/>
          </a:p>
          <a:p>
            <a:pPr marL="342900" indent="-342900">
              <a:buFont typeface="Arial" panose="020B0604020202020204" pitchFamily="34" charset="0"/>
            </a:pPr>
            <a:endParaRPr lang="en-GB" altLang="en-US" sz="2000" b="1"/>
          </a:p>
          <a:p>
            <a:pPr>
              <a:buFont typeface="Arial" panose="020B0604020202020204" pitchFamily="34" charset="0"/>
            </a:pPr>
            <a:endParaRPr lang="en-GB" altLang="en-US" sz="2000" b="1"/>
          </a:p>
          <a:p>
            <a:pPr marL="342900" indent="-342900">
              <a:buFont typeface="Arial" panose="020B0604020202020204" pitchFamily="34" charset="0"/>
              <a:buChar char="•"/>
            </a:pPr>
            <a:endParaRPr lang="en-GB" altLang="en-US" sz="2000"/>
          </a:p>
          <a:p>
            <a:endParaRPr lang="en-GB" altLang="en-US" sz="2000"/>
          </a:p>
        </p:txBody>
      </p:sp>
    </p:spTree>
  </p:cSld>
  <p:clrMapOvr>
    <a:masterClrMapping/>
  </p:clrMapOvr>
  <p:transition spd="slow">
    <p:push/>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矩形 8"/>
          <p:cNvSpPr/>
          <p:nvPr/>
        </p:nvSpPr>
        <p:spPr>
          <a:xfrm flipH="1">
            <a:off x="1393190" y="0"/>
            <a:ext cx="490855" cy="1087120"/>
          </a:xfrm>
          <a:prstGeom prst="rect">
            <a:avLst/>
          </a:prstGeom>
          <a:solidFill>
            <a:srgbClr val="FFC0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sp>
        <p:nvSpPr>
          <p:cNvPr id="8195" name="矩形 3"/>
          <p:cNvSpPr/>
          <p:nvPr/>
        </p:nvSpPr>
        <p:spPr>
          <a:xfrm>
            <a:off x="587375" y="1529715"/>
            <a:ext cx="805815" cy="3592830"/>
          </a:xfrm>
          <a:prstGeom prst="rect">
            <a:avLst/>
          </a:prstGeom>
          <a:solidFill>
            <a:srgbClr val="203864"/>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grpSp>
        <p:nvGrpSpPr>
          <p:cNvPr id="8201" name="Group 10"/>
          <p:cNvGrpSpPr/>
          <p:nvPr/>
        </p:nvGrpSpPr>
        <p:grpSpPr>
          <a:xfrm>
            <a:off x="0" y="1087120"/>
            <a:ext cx="1884045" cy="443865"/>
            <a:chOff x="0" y="0"/>
            <a:chExt cx="3385877" cy="578062"/>
          </a:xfrm>
        </p:grpSpPr>
        <p:sp>
          <p:nvSpPr>
            <p:cNvPr id="8202" name="直角三角形 7"/>
            <p:cNvSpPr/>
            <p:nvPr/>
          </p:nvSpPr>
          <p:spPr>
            <a:xfrm rot="-10800000" flipH="1">
              <a:off x="2809877" y="2062"/>
              <a:ext cx="576000" cy="576000"/>
            </a:xfrm>
            <a:prstGeom prst="rtTriangle">
              <a:avLst/>
            </a:prstGeom>
            <a:solidFill>
              <a:srgbClr val="D09E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sp>
          <p:nvSpPr>
            <p:cNvPr id="8203" name="矩形 9"/>
            <p:cNvSpPr/>
            <p:nvPr/>
          </p:nvSpPr>
          <p:spPr>
            <a:xfrm flipH="1">
              <a:off x="0" y="0"/>
              <a:ext cx="2809876" cy="576000"/>
            </a:xfrm>
            <a:prstGeom prst="rect">
              <a:avLst/>
            </a:prstGeom>
            <a:solidFill>
              <a:srgbClr val="FFC0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grpSp>
      <p:sp>
        <p:nvSpPr>
          <p:cNvPr id="8204" name="矩形 10"/>
          <p:cNvSpPr/>
          <p:nvPr/>
        </p:nvSpPr>
        <p:spPr>
          <a:xfrm>
            <a:off x="2693670" y="381635"/>
            <a:ext cx="5935345" cy="706755"/>
          </a:xfrm>
          <a:prstGeom prst="rect">
            <a:avLst/>
          </a:prstGeom>
          <a:noFill/>
          <a:ln w="9525">
            <a:noFill/>
          </a:ln>
        </p:spPr>
        <p:txBody>
          <a:bodyPr wrap="square" anchor="t" anchorCtr="0">
            <a:spAutoFit/>
          </a:bodyPr>
          <a:lstStyle/>
          <a:p>
            <a:r>
              <a:rPr lang="en-GB" altLang="zh-CN" sz="4000" b="1" dirty="0">
                <a:gradFill>
                  <a:gsLst>
                    <a:gs pos="0">
                      <a:srgbClr val="012D86"/>
                    </a:gs>
                    <a:gs pos="100000">
                      <a:srgbClr val="0E2557"/>
                    </a:gs>
                  </a:gsLst>
                  <a:lin scaled="0"/>
                </a:gradFill>
                <a:latin typeface="Microsoft YaHei" panose="020B0503020204020204" pitchFamily="34" charset="-122"/>
                <a:ea typeface="Microsoft YaHei" panose="020B0503020204020204" pitchFamily="34" charset="-122"/>
              </a:rPr>
              <a:t>Arithmetic Operator</a:t>
            </a:r>
          </a:p>
        </p:txBody>
      </p:sp>
      <p:sp>
        <p:nvSpPr>
          <p:cNvPr id="2" name="Text Box 1"/>
          <p:cNvSpPr txBox="1"/>
          <p:nvPr/>
        </p:nvSpPr>
        <p:spPr>
          <a:xfrm>
            <a:off x="1884045" y="1087120"/>
            <a:ext cx="7096760" cy="1014730"/>
          </a:xfrm>
          <a:prstGeom prst="rect">
            <a:avLst/>
          </a:prstGeom>
          <a:noFill/>
        </p:spPr>
        <p:txBody>
          <a:bodyPr wrap="square" rtlCol="0">
            <a:spAutoFit/>
          </a:bodyPr>
          <a:lstStyle/>
          <a:p>
            <a:r>
              <a:rPr lang="en-GB" altLang="en-US" sz="2000"/>
              <a:t>Arithmetic operators are used to perform common mathematical operations.</a:t>
            </a:r>
          </a:p>
          <a:p>
            <a:endParaRPr lang="en-GB" altLang="en-US" sz="2000"/>
          </a:p>
        </p:txBody>
      </p:sp>
      <p:graphicFrame>
        <p:nvGraphicFramePr>
          <p:cNvPr id="5" name="Table 4"/>
          <p:cNvGraphicFramePr/>
          <p:nvPr/>
        </p:nvGraphicFramePr>
        <p:xfrm>
          <a:off x="1991995" y="1737360"/>
          <a:ext cx="6637020" cy="3216910"/>
        </p:xfrm>
        <a:graphic>
          <a:graphicData uri="http://schemas.openxmlformats.org/drawingml/2006/table">
            <a:tbl>
              <a:tblPr firstRow="1" bandRow="1">
                <a:tableStyleId>{5C22544A-7EE6-4342-B048-85BDC9FD1C3A}</a:tableStyleId>
              </a:tblPr>
              <a:tblGrid>
                <a:gridCol w="2212340">
                  <a:extLst>
                    <a:ext uri="{9D8B030D-6E8A-4147-A177-3AD203B41FA5}">
                      <a16:colId xmlns:a16="http://schemas.microsoft.com/office/drawing/2014/main" val="20000"/>
                    </a:ext>
                  </a:extLst>
                </a:gridCol>
                <a:gridCol w="2212340">
                  <a:extLst>
                    <a:ext uri="{9D8B030D-6E8A-4147-A177-3AD203B41FA5}">
                      <a16:colId xmlns:a16="http://schemas.microsoft.com/office/drawing/2014/main" val="20001"/>
                    </a:ext>
                  </a:extLst>
                </a:gridCol>
                <a:gridCol w="2212340">
                  <a:extLst>
                    <a:ext uri="{9D8B030D-6E8A-4147-A177-3AD203B41FA5}">
                      <a16:colId xmlns:a16="http://schemas.microsoft.com/office/drawing/2014/main" val="20002"/>
                    </a:ext>
                  </a:extLst>
                </a:gridCol>
              </a:tblGrid>
              <a:tr h="472440">
                <a:tc>
                  <a:txBody>
                    <a:bodyPr/>
                    <a:lstStyle/>
                    <a:p>
                      <a:pPr algn="ctr">
                        <a:buNone/>
                      </a:pPr>
                      <a:r>
                        <a:rPr lang="en-GB" altLang="en-US"/>
                        <a:t>operator</a:t>
                      </a:r>
                    </a:p>
                  </a:txBody>
                  <a:tcPr/>
                </a:tc>
                <a:tc>
                  <a:txBody>
                    <a:bodyPr/>
                    <a:lstStyle/>
                    <a:p>
                      <a:pPr algn="ctr">
                        <a:buNone/>
                      </a:pPr>
                      <a:r>
                        <a:rPr lang="en-GB" altLang="en-US"/>
                        <a:t>Name</a:t>
                      </a:r>
                    </a:p>
                  </a:txBody>
                  <a:tcPr/>
                </a:tc>
                <a:tc>
                  <a:txBody>
                    <a:bodyPr/>
                    <a:lstStyle/>
                    <a:p>
                      <a:pPr algn="ctr">
                        <a:buNone/>
                      </a:pPr>
                      <a:r>
                        <a:rPr lang="en-GB" altLang="en-US"/>
                        <a:t>Example</a:t>
                      </a:r>
                    </a:p>
                  </a:txBody>
                  <a:tcPr/>
                </a:tc>
                <a:extLst>
                  <a:ext uri="{0D108BD9-81ED-4DB2-BD59-A6C34878D82A}">
                    <a16:rowId xmlns:a16="http://schemas.microsoft.com/office/drawing/2014/main" val="10000"/>
                  </a:ext>
                </a:extLst>
              </a:tr>
              <a:tr h="391795">
                <a:tc>
                  <a:txBody>
                    <a:bodyPr/>
                    <a:lstStyle/>
                    <a:p>
                      <a:pPr algn="ctr">
                        <a:buNone/>
                      </a:pPr>
                      <a:r>
                        <a:rPr lang="en-GB" altLang="en-US"/>
                        <a:t>+</a:t>
                      </a:r>
                    </a:p>
                  </a:txBody>
                  <a:tcPr/>
                </a:tc>
                <a:tc>
                  <a:txBody>
                    <a:bodyPr/>
                    <a:lstStyle/>
                    <a:p>
                      <a:pPr algn="ctr">
                        <a:buNone/>
                      </a:pPr>
                      <a:r>
                        <a:rPr lang="en-GB" altLang="en-US"/>
                        <a:t>Addition</a:t>
                      </a:r>
                    </a:p>
                  </a:txBody>
                  <a:tcPr/>
                </a:tc>
                <a:tc>
                  <a:txBody>
                    <a:bodyPr/>
                    <a:lstStyle/>
                    <a:p>
                      <a:pPr algn="ctr">
                        <a:buNone/>
                      </a:pPr>
                      <a:r>
                        <a:rPr lang="en-GB" altLang="en-US"/>
                        <a:t>x+y</a:t>
                      </a:r>
                    </a:p>
                  </a:txBody>
                  <a:tcPr/>
                </a:tc>
                <a:extLst>
                  <a:ext uri="{0D108BD9-81ED-4DB2-BD59-A6C34878D82A}">
                    <a16:rowId xmlns:a16="http://schemas.microsoft.com/office/drawing/2014/main" val="10001"/>
                  </a:ext>
                </a:extLst>
              </a:tr>
              <a:tr h="392430">
                <a:tc>
                  <a:txBody>
                    <a:bodyPr/>
                    <a:lstStyle/>
                    <a:p>
                      <a:pPr algn="ctr">
                        <a:buNone/>
                      </a:pPr>
                      <a:r>
                        <a:rPr lang="en-GB" altLang="en-US"/>
                        <a:t>-</a:t>
                      </a:r>
                    </a:p>
                  </a:txBody>
                  <a:tcPr/>
                </a:tc>
                <a:tc>
                  <a:txBody>
                    <a:bodyPr/>
                    <a:lstStyle/>
                    <a:p>
                      <a:pPr algn="ctr">
                        <a:buNone/>
                      </a:pPr>
                      <a:r>
                        <a:rPr lang="en-GB" altLang="en-US"/>
                        <a:t>Subtraction</a:t>
                      </a:r>
                    </a:p>
                  </a:txBody>
                  <a:tcPr/>
                </a:tc>
                <a:tc>
                  <a:txBody>
                    <a:bodyPr/>
                    <a:lstStyle/>
                    <a:p>
                      <a:pPr algn="ctr">
                        <a:buNone/>
                      </a:pPr>
                      <a:r>
                        <a:rPr lang="en-GB" altLang="en-US"/>
                        <a:t>x-y</a:t>
                      </a:r>
                    </a:p>
                  </a:txBody>
                  <a:tcPr/>
                </a:tc>
                <a:extLst>
                  <a:ext uri="{0D108BD9-81ED-4DB2-BD59-A6C34878D82A}">
                    <a16:rowId xmlns:a16="http://schemas.microsoft.com/office/drawing/2014/main" val="10002"/>
                  </a:ext>
                </a:extLst>
              </a:tr>
              <a:tr h="391795">
                <a:tc>
                  <a:txBody>
                    <a:bodyPr/>
                    <a:lstStyle/>
                    <a:p>
                      <a:pPr algn="ctr">
                        <a:buNone/>
                      </a:pPr>
                      <a:r>
                        <a:rPr lang="en-GB" altLang="en-US"/>
                        <a:t>*</a:t>
                      </a:r>
                    </a:p>
                  </a:txBody>
                  <a:tcPr/>
                </a:tc>
                <a:tc>
                  <a:txBody>
                    <a:bodyPr/>
                    <a:lstStyle/>
                    <a:p>
                      <a:pPr algn="ctr">
                        <a:buNone/>
                      </a:pPr>
                      <a:r>
                        <a:rPr lang="en-GB" altLang="en-US"/>
                        <a:t>Multiplication</a:t>
                      </a:r>
                    </a:p>
                  </a:txBody>
                  <a:tcPr/>
                </a:tc>
                <a:tc>
                  <a:txBody>
                    <a:bodyPr/>
                    <a:lstStyle/>
                    <a:p>
                      <a:pPr algn="ctr">
                        <a:buNone/>
                      </a:pPr>
                      <a:r>
                        <a:rPr lang="en-GB" altLang="en-US"/>
                        <a:t>x*y</a:t>
                      </a:r>
                    </a:p>
                  </a:txBody>
                  <a:tcPr/>
                </a:tc>
                <a:extLst>
                  <a:ext uri="{0D108BD9-81ED-4DB2-BD59-A6C34878D82A}">
                    <a16:rowId xmlns:a16="http://schemas.microsoft.com/office/drawing/2014/main" val="10003"/>
                  </a:ext>
                </a:extLst>
              </a:tr>
              <a:tr h="392430">
                <a:tc>
                  <a:txBody>
                    <a:bodyPr/>
                    <a:lstStyle/>
                    <a:p>
                      <a:pPr algn="ctr">
                        <a:buNone/>
                      </a:pPr>
                      <a:r>
                        <a:rPr lang="en-GB" altLang="en-US"/>
                        <a:t>/</a:t>
                      </a:r>
                    </a:p>
                  </a:txBody>
                  <a:tcPr/>
                </a:tc>
                <a:tc>
                  <a:txBody>
                    <a:bodyPr/>
                    <a:lstStyle/>
                    <a:p>
                      <a:pPr algn="ctr">
                        <a:buNone/>
                      </a:pPr>
                      <a:r>
                        <a:rPr lang="en-GB" altLang="en-US"/>
                        <a:t>Division</a:t>
                      </a:r>
                    </a:p>
                  </a:txBody>
                  <a:tcPr/>
                </a:tc>
                <a:tc>
                  <a:txBody>
                    <a:bodyPr/>
                    <a:lstStyle/>
                    <a:p>
                      <a:pPr algn="ctr">
                        <a:buNone/>
                      </a:pPr>
                      <a:r>
                        <a:rPr lang="en-GB" altLang="en-US"/>
                        <a:t>x/y</a:t>
                      </a:r>
                    </a:p>
                  </a:txBody>
                  <a:tcPr/>
                </a:tc>
                <a:extLst>
                  <a:ext uri="{0D108BD9-81ED-4DB2-BD59-A6C34878D82A}">
                    <a16:rowId xmlns:a16="http://schemas.microsoft.com/office/drawing/2014/main" val="10004"/>
                  </a:ext>
                </a:extLst>
              </a:tr>
              <a:tr h="391795">
                <a:tc>
                  <a:txBody>
                    <a:bodyPr/>
                    <a:lstStyle/>
                    <a:p>
                      <a:pPr algn="ctr">
                        <a:buNone/>
                      </a:pPr>
                      <a:r>
                        <a:rPr lang="en-GB" altLang="en-US"/>
                        <a:t>%</a:t>
                      </a:r>
                    </a:p>
                  </a:txBody>
                  <a:tcPr/>
                </a:tc>
                <a:tc>
                  <a:txBody>
                    <a:bodyPr/>
                    <a:lstStyle/>
                    <a:p>
                      <a:pPr algn="ctr">
                        <a:buNone/>
                      </a:pPr>
                      <a:r>
                        <a:rPr lang="en-GB" altLang="en-US"/>
                        <a:t>Modulas</a:t>
                      </a:r>
                    </a:p>
                  </a:txBody>
                  <a:tcPr/>
                </a:tc>
                <a:tc>
                  <a:txBody>
                    <a:bodyPr/>
                    <a:lstStyle/>
                    <a:p>
                      <a:pPr algn="ctr">
                        <a:buNone/>
                      </a:pPr>
                      <a:r>
                        <a:rPr lang="en-GB" altLang="en-US"/>
                        <a:t>x%y</a:t>
                      </a:r>
                    </a:p>
                  </a:txBody>
                  <a:tcPr/>
                </a:tc>
                <a:extLst>
                  <a:ext uri="{0D108BD9-81ED-4DB2-BD59-A6C34878D82A}">
                    <a16:rowId xmlns:a16="http://schemas.microsoft.com/office/drawing/2014/main" val="10005"/>
                  </a:ext>
                </a:extLst>
              </a:tr>
              <a:tr h="392430">
                <a:tc>
                  <a:txBody>
                    <a:bodyPr/>
                    <a:lstStyle/>
                    <a:p>
                      <a:pPr algn="ctr">
                        <a:buNone/>
                      </a:pPr>
                      <a:r>
                        <a:rPr lang="en-GB" altLang="en-US" dirty="0"/>
                        <a:t>++</a:t>
                      </a:r>
                    </a:p>
                  </a:txBody>
                  <a:tcPr/>
                </a:tc>
                <a:tc>
                  <a:txBody>
                    <a:bodyPr/>
                    <a:lstStyle/>
                    <a:p>
                      <a:pPr algn="ctr">
                        <a:buNone/>
                      </a:pPr>
                      <a:r>
                        <a:rPr lang="en-GB" altLang="en-US"/>
                        <a:t>Increment</a:t>
                      </a:r>
                    </a:p>
                  </a:txBody>
                  <a:tcPr/>
                </a:tc>
                <a:tc>
                  <a:txBody>
                    <a:bodyPr/>
                    <a:lstStyle/>
                    <a:p>
                      <a:pPr algn="ctr">
                        <a:buNone/>
                      </a:pPr>
                      <a:r>
                        <a:rPr lang="en-GB" altLang="en-US"/>
                        <a:t>x++</a:t>
                      </a:r>
                    </a:p>
                  </a:txBody>
                  <a:tcPr/>
                </a:tc>
                <a:extLst>
                  <a:ext uri="{0D108BD9-81ED-4DB2-BD59-A6C34878D82A}">
                    <a16:rowId xmlns:a16="http://schemas.microsoft.com/office/drawing/2014/main" val="10006"/>
                  </a:ext>
                </a:extLst>
              </a:tr>
              <a:tr h="391795">
                <a:tc>
                  <a:txBody>
                    <a:bodyPr/>
                    <a:lstStyle/>
                    <a:p>
                      <a:pPr algn="ctr">
                        <a:buNone/>
                      </a:pPr>
                      <a:r>
                        <a:rPr lang="en-GB" altLang="en-US"/>
                        <a:t>--</a:t>
                      </a:r>
                    </a:p>
                  </a:txBody>
                  <a:tcPr/>
                </a:tc>
                <a:tc>
                  <a:txBody>
                    <a:bodyPr/>
                    <a:lstStyle/>
                    <a:p>
                      <a:pPr algn="ctr">
                        <a:buNone/>
                      </a:pPr>
                      <a:r>
                        <a:rPr lang="en-GB" altLang="en-US"/>
                        <a:t>Decrement</a:t>
                      </a:r>
                    </a:p>
                  </a:txBody>
                  <a:tcPr/>
                </a:tc>
                <a:tc>
                  <a:txBody>
                    <a:bodyPr/>
                    <a:lstStyle/>
                    <a:p>
                      <a:pPr algn="ctr">
                        <a:buNone/>
                      </a:pPr>
                      <a:r>
                        <a:rPr lang="en-GB" altLang="en-US" dirty="0"/>
                        <a:t>x--</a:t>
                      </a:r>
                    </a:p>
                  </a:txBody>
                  <a:tcPr/>
                </a:tc>
                <a:extLst>
                  <a:ext uri="{0D108BD9-81ED-4DB2-BD59-A6C34878D82A}">
                    <a16:rowId xmlns:a16="http://schemas.microsoft.com/office/drawing/2014/main" val="10007"/>
                  </a:ext>
                </a:extLst>
              </a:tr>
            </a:tbl>
          </a:graphicData>
        </a:graphic>
      </p:graphicFrame>
    </p:spTree>
  </p:cSld>
  <p:clrMapOvr>
    <a:masterClrMapping/>
  </p:clrMapOvr>
  <p:transition spd="slow">
    <p:push/>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矩形 8"/>
          <p:cNvSpPr/>
          <p:nvPr/>
        </p:nvSpPr>
        <p:spPr>
          <a:xfrm flipH="1">
            <a:off x="1393190" y="0"/>
            <a:ext cx="490855" cy="1087120"/>
          </a:xfrm>
          <a:prstGeom prst="rect">
            <a:avLst/>
          </a:prstGeom>
          <a:solidFill>
            <a:srgbClr val="FFC0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sp>
        <p:nvSpPr>
          <p:cNvPr id="8195" name="矩形 3"/>
          <p:cNvSpPr/>
          <p:nvPr/>
        </p:nvSpPr>
        <p:spPr>
          <a:xfrm>
            <a:off x="587375" y="1529715"/>
            <a:ext cx="805815" cy="3592830"/>
          </a:xfrm>
          <a:prstGeom prst="rect">
            <a:avLst/>
          </a:prstGeom>
          <a:solidFill>
            <a:srgbClr val="203864"/>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grpSp>
        <p:nvGrpSpPr>
          <p:cNvPr id="8201" name="Group 10"/>
          <p:cNvGrpSpPr/>
          <p:nvPr/>
        </p:nvGrpSpPr>
        <p:grpSpPr>
          <a:xfrm>
            <a:off x="0" y="1087120"/>
            <a:ext cx="1884045" cy="443865"/>
            <a:chOff x="0" y="0"/>
            <a:chExt cx="3385877" cy="578062"/>
          </a:xfrm>
        </p:grpSpPr>
        <p:sp>
          <p:nvSpPr>
            <p:cNvPr id="8202" name="直角三角形 7"/>
            <p:cNvSpPr/>
            <p:nvPr/>
          </p:nvSpPr>
          <p:spPr>
            <a:xfrm rot="-10800000" flipH="1">
              <a:off x="2809877" y="2062"/>
              <a:ext cx="576000" cy="576000"/>
            </a:xfrm>
            <a:prstGeom prst="rtTriangle">
              <a:avLst/>
            </a:prstGeom>
            <a:solidFill>
              <a:srgbClr val="D09E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sp>
          <p:nvSpPr>
            <p:cNvPr id="8203" name="矩形 9"/>
            <p:cNvSpPr/>
            <p:nvPr/>
          </p:nvSpPr>
          <p:spPr>
            <a:xfrm flipH="1">
              <a:off x="0" y="0"/>
              <a:ext cx="2809876" cy="576000"/>
            </a:xfrm>
            <a:prstGeom prst="rect">
              <a:avLst/>
            </a:prstGeom>
            <a:solidFill>
              <a:srgbClr val="FFC0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grpSp>
      <p:sp>
        <p:nvSpPr>
          <p:cNvPr id="8204" name="矩形 10"/>
          <p:cNvSpPr/>
          <p:nvPr/>
        </p:nvSpPr>
        <p:spPr>
          <a:xfrm>
            <a:off x="2464435" y="381635"/>
            <a:ext cx="5935345" cy="706755"/>
          </a:xfrm>
          <a:prstGeom prst="rect">
            <a:avLst/>
          </a:prstGeom>
          <a:noFill/>
          <a:ln w="9525">
            <a:noFill/>
          </a:ln>
        </p:spPr>
        <p:txBody>
          <a:bodyPr wrap="square" anchor="t" anchorCtr="0">
            <a:spAutoFit/>
          </a:bodyPr>
          <a:lstStyle/>
          <a:p>
            <a:r>
              <a:rPr lang="en-GB" altLang="zh-CN" sz="4000" b="1" dirty="0">
                <a:gradFill>
                  <a:gsLst>
                    <a:gs pos="0">
                      <a:srgbClr val="012D86"/>
                    </a:gs>
                    <a:gs pos="100000">
                      <a:srgbClr val="0E2557"/>
                    </a:gs>
                  </a:gsLst>
                  <a:lin scaled="0"/>
                </a:gradFill>
                <a:latin typeface="Microsoft YaHei" panose="020B0503020204020204" pitchFamily="34" charset="-122"/>
                <a:ea typeface="Microsoft YaHei" panose="020B0503020204020204" pitchFamily="34" charset="-122"/>
              </a:rPr>
              <a:t>Comparison Operator</a:t>
            </a:r>
          </a:p>
        </p:txBody>
      </p:sp>
      <p:sp>
        <p:nvSpPr>
          <p:cNvPr id="2" name="Text Box 1"/>
          <p:cNvSpPr txBox="1"/>
          <p:nvPr/>
        </p:nvSpPr>
        <p:spPr>
          <a:xfrm>
            <a:off x="1884045" y="1087120"/>
            <a:ext cx="7096760" cy="1014730"/>
          </a:xfrm>
          <a:prstGeom prst="rect">
            <a:avLst/>
          </a:prstGeom>
          <a:noFill/>
        </p:spPr>
        <p:txBody>
          <a:bodyPr wrap="square" rtlCol="0">
            <a:spAutoFit/>
          </a:bodyPr>
          <a:lstStyle/>
          <a:p>
            <a:r>
              <a:rPr lang="en-GB" altLang="en-US" sz="2000"/>
              <a:t>Comparison operators are used to compare two values.</a:t>
            </a:r>
          </a:p>
          <a:p>
            <a:r>
              <a:rPr lang="en-GB" altLang="en-US" sz="2000"/>
              <a:t>Note: The return value of a comparison is either true (1) or false (0).</a:t>
            </a:r>
          </a:p>
        </p:txBody>
      </p:sp>
      <p:graphicFrame>
        <p:nvGraphicFramePr>
          <p:cNvPr id="5" name="Table 4"/>
          <p:cNvGraphicFramePr/>
          <p:nvPr/>
        </p:nvGraphicFramePr>
        <p:xfrm>
          <a:off x="1563370" y="2093595"/>
          <a:ext cx="7317105" cy="2787015"/>
        </p:xfrm>
        <a:graphic>
          <a:graphicData uri="http://schemas.openxmlformats.org/drawingml/2006/table">
            <a:tbl>
              <a:tblPr firstRow="1" bandRow="1">
                <a:tableStyleId>{5C22544A-7EE6-4342-B048-85BDC9FD1C3A}</a:tableStyleId>
              </a:tblPr>
              <a:tblGrid>
                <a:gridCol w="2439035">
                  <a:extLst>
                    <a:ext uri="{9D8B030D-6E8A-4147-A177-3AD203B41FA5}">
                      <a16:colId xmlns:a16="http://schemas.microsoft.com/office/drawing/2014/main" val="20000"/>
                    </a:ext>
                  </a:extLst>
                </a:gridCol>
                <a:gridCol w="2439035">
                  <a:extLst>
                    <a:ext uri="{9D8B030D-6E8A-4147-A177-3AD203B41FA5}">
                      <a16:colId xmlns:a16="http://schemas.microsoft.com/office/drawing/2014/main" val="20001"/>
                    </a:ext>
                  </a:extLst>
                </a:gridCol>
                <a:gridCol w="2439035">
                  <a:extLst>
                    <a:ext uri="{9D8B030D-6E8A-4147-A177-3AD203B41FA5}">
                      <a16:colId xmlns:a16="http://schemas.microsoft.com/office/drawing/2014/main" val="20002"/>
                    </a:ext>
                  </a:extLst>
                </a:gridCol>
              </a:tblGrid>
              <a:tr h="398145">
                <a:tc>
                  <a:txBody>
                    <a:bodyPr/>
                    <a:lstStyle/>
                    <a:p>
                      <a:pPr algn="ctr">
                        <a:buNone/>
                      </a:pPr>
                      <a:r>
                        <a:rPr lang="en-GB" altLang="en-US"/>
                        <a:t>operator</a:t>
                      </a:r>
                    </a:p>
                  </a:txBody>
                  <a:tcPr/>
                </a:tc>
                <a:tc>
                  <a:txBody>
                    <a:bodyPr/>
                    <a:lstStyle/>
                    <a:p>
                      <a:pPr algn="ctr">
                        <a:buNone/>
                      </a:pPr>
                      <a:r>
                        <a:rPr lang="en-GB" altLang="en-US"/>
                        <a:t>Name</a:t>
                      </a:r>
                    </a:p>
                  </a:txBody>
                  <a:tcPr/>
                </a:tc>
                <a:tc>
                  <a:txBody>
                    <a:bodyPr/>
                    <a:lstStyle/>
                    <a:p>
                      <a:pPr algn="ctr">
                        <a:buNone/>
                      </a:pPr>
                      <a:r>
                        <a:rPr lang="en-GB" altLang="en-US"/>
                        <a:t>Example</a:t>
                      </a:r>
                    </a:p>
                  </a:txBody>
                  <a:tcPr/>
                </a:tc>
                <a:extLst>
                  <a:ext uri="{0D108BD9-81ED-4DB2-BD59-A6C34878D82A}">
                    <a16:rowId xmlns:a16="http://schemas.microsoft.com/office/drawing/2014/main" val="10000"/>
                  </a:ext>
                </a:extLst>
              </a:tr>
              <a:tr h="398145">
                <a:tc>
                  <a:txBody>
                    <a:bodyPr/>
                    <a:lstStyle/>
                    <a:p>
                      <a:pPr algn="ctr">
                        <a:buNone/>
                      </a:pPr>
                      <a:r>
                        <a:rPr lang="en-GB" altLang="en-US" sz="1600" dirty="0"/>
                        <a:t>==</a:t>
                      </a:r>
                    </a:p>
                  </a:txBody>
                  <a:tcPr/>
                </a:tc>
                <a:tc>
                  <a:txBody>
                    <a:bodyPr/>
                    <a:lstStyle/>
                    <a:p>
                      <a:pPr algn="ctr">
                        <a:buNone/>
                      </a:pPr>
                      <a:r>
                        <a:rPr lang="en-GB" altLang="en-US" sz="1600"/>
                        <a:t>Equal to</a:t>
                      </a:r>
                    </a:p>
                  </a:txBody>
                  <a:tcPr/>
                </a:tc>
                <a:tc>
                  <a:txBody>
                    <a:bodyPr/>
                    <a:lstStyle/>
                    <a:p>
                      <a:pPr algn="ctr">
                        <a:buNone/>
                      </a:pPr>
                      <a:r>
                        <a:rPr lang="en-GB" altLang="en-US" sz="1600"/>
                        <a:t>x==y</a:t>
                      </a:r>
                    </a:p>
                  </a:txBody>
                  <a:tcPr/>
                </a:tc>
                <a:extLst>
                  <a:ext uri="{0D108BD9-81ED-4DB2-BD59-A6C34878D82A}">
                    <a16:rowId xmlns:a16="http://schemas.microsoft.com/office/drawing/2014/main" val="10001"/>
                  </a:ext>
                </a:extLst>
              </a:tr>
              <a:tr h="398145">
                <a:tc>
                  <a:txBody>
                    <a:bodyPr/>
                    <a:lstStyle/>
                    <a:p>
                      <a:pPr algn="ctr">
                        <a:buNone/>
                      </a:pPr>
                      <a:r>
                        <a:rPr lang="en-GB" altLang="en-US" sz="1600" dirty="0"/>
                        <a:t>!=</a:t>
                      </a:r>
                    </a:p>
                  </a:txBody>
                  <a:tcPr/>
                </a:tc>
                <a:tc>
                  <a:txBody>
                    <a:bodyPr/>
                    <a:lstStyle/>
                    <a:p>
                      <a:pPr algn="ctr">
                        <a:buNone/>
                      </a:pPr>
                      <a:r>
                        <a:rPr lang="en-GB" altLang="en-US" sz="1600"/>
                        <a:t>Not equal</a:t>
                      </a:r>
                    </a:p>
                  </a:txBody>
                  <a:tcPr/>
                </a:tc>
                <a:tc>
                  <a:txBody>
                    <a:bodyPr/>
                    <a:lstStyle/>
                    <a:p>
                      <a:pPr algn="ctr">
                        <a:buNone/>
                      </a:pPr>
                      <a:r>
                        <a:rPr lang="en-GB" altLang="en-US" sz="1600"/>
                        <a:t>x!=y</a:t>
                      </a:r>
                    </a:p>
                  </a:txBody>
                  <a:tcPr/>
                </a:tc>
                <a:extLst>
                  <a:ext uri="{0D108BD9-81ED-4DB2-BD59-A6C34878D82A}">
                    <a16:rowId xmlns:a16="http://schemas.microsoft.com/office/drawing/2014/main" val="10002"/>
                  </a:ext>
                </a:extLst>
              </a:tr>
              <a:tr h="398145">
                <a:tc>
                  <a:txBody>
                    <a:bodyPr/>
                    <a:lstStyle/>
                    <a:p>
                      <a:pPr algn="ctr">
                        <a:buNone/>
                      </a:pPr>
                      <a:r>
                        <a:rPr lang="en-GB" altLang="en-US" sz="1600" dirty="0"/>
                        <a:t>&gt;</a:t>
                      </a:r>
                    </a:p>
                  </a:txBody>
                  <a:tcPr/>
                </a:tc>
                <a:tc>
                  <a:txBody>
                    <a:bodyPr/>
                    <a:lstStyle/>
                    <a:p>
                      <a:pPr algn="ctr">
                        <a:buNone/>
                      </a:pPr>
                      <a:r>
                        <a:rPr lang="en-GB" altLang="en-US" sz="1600"/>
                        <a:t>Greater than</a:t>
                      </a:r>
                    </a:p>
                  </a:txBody>
                  <a:tcPr/>
                </a:tc>
                <a:tc>
                  <a:txBody>
                    <a:bodyPr/>
                    <a:lstStyle/>
                    <a:p>
                      <a:pPr algn="ctr">
                        <a:buNone/>
                      </a:pPr>
                      <a:r>
                        <a:rPr lang="en-GB" altLang="en-US" sz="1600"/>
                        <a:t>x&gt;y</a:t>
                      </a:r>
                    </a:p>
                  </a:txBody>
                  <a:tcPr/>
                </a:tc>
                <a:extLst>
                  <a:ext uri="{0D108BD9-81ED-4DB2-BD59-A6C34878D82A}">
                    <a16:rowId xmlns:a16="http://schemas.microsoft.com/office/drawing/2014/main" val="10003"/>
                  </a:ext>
                </a:extLst>
              </a:tr>
              <a:tr h="398145">
                <a:tc>
                  <a:txBody>
                    <a:bodyPr/>
                    <a:lstStyle/>
                    <a:p>
                      <a:pPr algn="ctr">
                        <a:buNone/>
                      </a:pPr>
                      <a:r>
                        <a:rPr lang="en-GB" altLang="en-US" sz="1600" dirty="0"/>
                        <a:t>&lt;</a:t>
                      </a:r>
                    </a:p>
                  </a:txBody>
                  <a:tcPr/>
                </a:tc>
                <a:tc>
                  <a:txBody>
                    <a:bodyPr/>
                    <a:lstStyle/>
                    <a:p>
                      <a:pPr algn="ctr">
                        <a:buNone/>
                      </a:pPr>
                      <a:r>
                        <a:rPr lang="en-GB" altLang="en-US" sz="1600"/>
                        <a:t>Less than</a:t>
                      </a:r>
                    </a:p>
                  </a:txBody>
                  <a:tcPr/>
                </a:tc>
                <a:tc>
                  <a:txBody>
                    <a:bodyPr/>
                    <a:lstStyle/>
                    <a:p>
                      <a:pPr algn="ctr">
                        <a:buNone/>
                      </a:pPr>
                      <a:r>
                        <a:rPr lang="en-GB" altLang="en-US" sz="1600"/>
                        <a:t>x&lt;y</a:t>
                      </a:r>
                    </a:p>
                  </a:txBody>
                  <a:tcPr/>
                </a:tc>
                <a:extLst>
                  <a:ext uri="{0D108BD9-81ED-4DB2-BD59-A6C34878D82A}">
                    <a16:rowId xmlns:a16="http://schemas.microsoft.com/office/drawing/2014/main" val="10004"/>
                  </a:ext>
                </a:extLst>
              </a:tr>
              <a:tr h="398145">
                <a:tc>
                  <a:txBody>
                    <a:bodyPr/>
                    <a:lstStyle/>
                    <a:p>
                      <a:pPr algn="ctr">
                        <a:buNone/>
                      </a:pPr>
                      <a:r>
                        <a:rPr lang="en-GB" altLang="en-US" sz="1600" dirty="0"/>
                        <a:t>&gt;=</a:t>
                      </a:r>
                    </a:p>
                  </a:txBody>
                  <a:tcPr/>
                </a:tc>
                <a:tc>
                  <a:txBody>
                    <a:bodyPr/>
                    <a:lstStyle/>
                    <a:p>
                      <a:pPr algn="ctr">
                        <a:buNone/>
                      </a:pPr>
                      <a:r>
                        <a:rPr lang="en-GB" altLang="en-US" sz="1600"/>
                        <a:t>Greater than and eqqual to</a:t>
                      </a:r>
                    </a:p>
                  </a:txBody>
                  <a:tcPr/>
                </a:tc>
                <a:tc>
                  <a:txBody>
                    <a:bodyPr/>
                    <a:lstStyle/>
                    <a:p>
                      <a:pPr algn="ctr">
                        <a:buNone/>
                      </a:pPr>
                      <a:r>
                        <a:rPr lang="en-GB" altLang="en-US" sz="1600"/>
                        <a:t>x&gt;=y</a:t>
                      </a:r>
                    </a:p>
                  </a:txBody>
                  <a:tcPr/>
                </a:tc>
                <a:extLst>
                  <a:ext uri="{0D108BD9-81ED-4DB2-BD59-A6C34878D82A}">
                    <a16:rowId xmlns:a16="http://schemas.microsoft.com/office/drawing/2014/main" val="10005"/>
                  </a:ext>
                </a:extLst>
              </a:tr>
              <a:tr h="398145">
                <a:tc>
                  <a:txBody>
                    <a:bodyPr/>
                    <a:lstStyle/>
                    <a:p>
                      <a:pPr algn="ctr">
                        <a:buNone/>
                      </a:pPr>
                      <a:r>
                        <a:rPr lang="en-GB" altLang="en-US" sz="1600" dirty="0"/>
                        <a:t>&lt;=</a:t>
                      </a:r>
                    </a:p>
                  </a:txBody>
                  <a:tcPr/>
                </a:tc>
                <a:tc>
                  <a:txBody>
                    <a:bodyPr/>
                    <a:lstStyle/>
                    <a:p>
                      <a:pPr algn="ctr">
                        <a:buNone/>
                      </a:pPr>
                      <a:r>
                        <a:rPr lang="en-GB" altLang="en-US" sz="1600"/>
                        <a:t>Less than and equal to</a:t>
                      </a:r>
                    </a:p>
                  </a:txBody>
                  <a:tcPr/>
                </a:tc>
                <a:tc>
                  <a:txBody>
                    <a:bodyPr/>
                    <a:lstStyle/>
                    <a:p>
                      <a:pPr algn="ctr">
                        <a:buNone/>
                      </a:pPr>
                      <a:r>
                        <a:rPr lang="en-GB" altLang="en-US" sz="1600" dirty="0"/>
                        <a:t>x&lt;=y</a:t>
                      </a:r>
                    </a:p>
                  </a:txBody>
                  <a:tcPr/>
                </a:tc>
                <a:extLst>
                  <a:ext uri="{0D108BD9-81ED-4DB2-BD59-A6C34878D82A}">
                    <a16:rowId xmlns:a16="http://schemas.microsoft.com/office/drawing/2014/main" val="10006"/>
                  </a:ext>
                </a:extLst>
              </a:tr>
            </a:tbl>
          </a:graphicData>
        </a:graphic>
      </p:graphicFrame>
    </p:spTree>
  </p:cSld>
  <p:clrMapOvr>
    <a:masterClrMapping/>
  </p:clrMapOvr>
  <p:transition spd="slow">
    <p:push/>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矩形 8"/>
          <p:cNvSpPr/>
          <p:nvPr/>
        </p:nvSpPr>
        <p:spPr>
          <a:xfrm flipH="1">
            <a:off x="1393190" y="0"/>
            <a:ext cx="490855" cy="1087120"/>
          </a:xfrm>
          <a:prstGeom prst="rect">
            <a:avLst/>
          </a:prstGeom>
          <a:solidFill>
            <a:srgbClr val="FFC0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sp>
        <p:nvSpPr>
          <p:cNvPr id="8195" name="矩形 3"/>
          <p:cNvSpPr/>
          <p:nvPr/>
        </p:nvSpPr>
        <p:spPr>
          <a:xfrm>
            <a:off x="587375" y="1529715"/>
            <a:ext cx="805815" cy="3592830"/>
          </a:xfrm>
          <a:prstGeom prst="rect">
            <a:avLst/>
          </a:prstGeom>
          <a:solidFill>
            <a:srgbClr val="203864"/>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grpSp>
        <p:nvGrpSpPr>
          <p:cNvPr id="8201" name="Group 10"/>
          <p:cNvGrpSpPr/>
          <p:nvPr/>
        </p:nvGrpSpPr>
        <p:grpSpPr>
          <a:xfrm>
            <a:off x="0" y="1087120"/>
            <a:ext cx="1884045" cy="443865"/>
            <a:chOff x="0" y="0"/>
            <a:chExt cx="3385877" cy="578062"/>
          </a:xfrm>
        </p:grpSpPr>
        <p:sp>
          <p:nvSpPr>
            <p:cNvPr id="8202" name="直角三角形 7"/>
            <p:cNvSpPr/>
            <p:nvPr/>
          </p:nvSpPr>
          <p:spPr>
            <a:xfrm rot="-10800000" flipH="1">
              <a:off x="2809877" y="2062"/>
              <a:ext cx="576000" cy="576000"/>
            </a:xfrm>
            <a:prstGeom prst="rtTriangle">
              <a:avLst/>
            </a:prstGeom>
            <a:solidFill>
              <a:srgbClr val="D09E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sp>
          <p:nvSpPr>
            <p:cNvPr id="8203" name="矩形 9"/>
            <p:cNvSpPr/>
            <p:nvPr/>
          </p:nvSpPr>
          <p:spPr>
            <a:xfrm flipH="1">
              <a:off x="0" y="0"/>
              <a:ext cx="2809876" cy="576000"/>
            </a:xfrm>
            <a:prstGeom prst="rect">
              <a:avLst/>
            </a:prstGeom>
            <a:solidFill>
              <a:srgbClr val="FFC0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grpSp>
      <p:sp>
        <p:nvSpPr>
          <p:cNvPr id="8204" name="矩形 10"/>
          <p:cNvSpPr/>
          <p:nvPr/>
        </p:nvSpPr>
        <p:spPr>
          <a:xfrm>
            <a:off x="2464435" y="381635"/>
            <a:ext cx="5935345" cy="706755"/>
          </a:xfrm>
          <a:prstGeom prst="rect">
            <a:avLst/>
          </a:prstGeom>
          <a:noFill/>
          <a:ln w="9525">
            <a:noFill/>
          </a:ln>
        </p:spPr>
        <p:txBody>
          <a:bodyPr wrap="square" anchor="t" anchorCtr="0">
            <a:spAutoFit/>
          </a:bodyPr>
          <a:lstStyle/>
          <a:p>
            <a:pPr algn="ctr"/>
            <a:r>
              <a:rPr lang="en-GB" altLang="zh-CN" sz="4000" b="1" dirty="0">
                <a:gradFill>
                  <a:gsLst>
                    <a:gs pos="0">
                      <a:srgbClr val="012D86"/>
                    </a:gs>
                    <a:gs pos="100000">
                      <a:srgbClr val="0E2557"/>
                    </a:gs>
                  </a:gsLst>
                  <a:lin scaled="0"/>
                </a:gradFill>
                <a:latin typeface="Microsoft YaHei" panose="020B0503020204020204" pitchFamily="34" charset="-122"/>
                <a:ea typeface="Microsoft YaHei" panose="020B0503020204020204" pitchFamily="34" charset="-122"/>
              </a:rPr>
              <a:t>Logical Operator</a:t>
            </a:r>
          </a:p>
        </p:txBody>
      </p:sp>
      <p:sp>
        <p:nvSpPr>
          <p:cNvPr id="2" name="Text Box 1"/>
          <p:cNvSpPr txBox="1"/>
          <p:nvPr/>
        </p:nvSpPr>
        <p:spPr>
          <a:xfrm>
            <a:off x="1884045" y="1087120"/>
            <a:ext cx="7096760" cy="706755"/>
          </a:xfrm>
          <a:prstGeom prst="rect">
            <a:avLst/>
          </a:prstGeom>
          <a:noFill/>
        </p:spPr>
        <p:txBody>
          <a:bodyPr wrap="square" rtlCol="0">
            <a:spAutoFit/>
          </a:bodyPr>
          <a:lstStyle/>
          <a:p>
            <a:r>
              <a:rPr lang="en-GB" altLang="en-US" sz="2000"/>
              <a:t>Logical operators are used to determine the logic between variables or values:</a:t>
            </a:r>
          </a:p>
        </p:txBody>
      </p:sp>
      <p:graphicFrame>
        <p:nvGraphicFramePr>
          <p:cNvPr id="5" name="Table 4"/>
          <p:cNvGraphicFramePr/>
          <p:nvPr/>
        </p:nvGraphicFramePr>
        <p:xfrm>
          <a:off x="1483995" y="1793875"/>
          <a:ext cx="7498080" cy="3444240"/>
        </p:xfrm>
        <a:graphic>
          <a:graphicData uri="http://schemas.openxmlformats.org/drawingml/2006/table">
            <a:tbl>
              <a:tblPr firstRow="1" bandRow="1">
                <a:tableStyleId>{5C22544A-7EE6-4342-B048-85BDC9FD1C3A}</a:tableStyleId>
              </a:tblPr>
              <a:tblGrid>
                <a:gridCol w="1874520">
                  <a:extLst>
                    <a:ext uri="{9D8B030D-6E8A-4147-A177-3AD203B41FA5}">
                      <a16:colId xmlns:a16="http://schemas.microsoft.com/office/drawing/2014/main" val="20000"/>
                    </a:ext>
                  </a:extLst>
                </a:gridCol>
                <a:gridCol w="1874520">
                  <a:extLst>
                    <a:ext uri="{9D8B030D-6E8A-4147-A177-3AD203B41FA5}">
                      <a16:colId xmlns:a16="http://schemas.microsoft.com/office/drawing/2014/main" val="20001"/>
                    </a:ext>
                  </a:extLst>
                </a:gridCol>
                <a:gridCol w="1874520">
                  <a:extLst>
                    <a:ext uri="{9D8B030D-6E8A-4147-A177-3AD203B41FA5}">
                      <a16:colId xmlns:a16="http://schemas.microsoft.com/office/drawing/2014/main" val="20002"/>
                    </a:ext>
                  </a:extLst>
                </a:gridCol>
                <a:gridCol w="1874520">
                  <a:extLst>
                    <a:ext uri="{9D8B030D-6E8A-4147-A177-3AD203B41FA5}">
                      <a16:colId xmlns:a16="http://schemas.microsoft.com/office/drawing/2014/main" val="20003"/>
                    </a:ext>
                  </a:extLst>
                </a:gridCol>
              </a:tblGrid>
              <a:tr h="426720">
                <a:tc>
                  <a:txBody>
                    <a:bodyPr/>
                    <a:lstStyle/>
                    <a:p>
                      <a:pPr algn="ctr">
                        <a:buNone/>
                      </a:pPr>
                      <a:r>
                        <a:rPr lang="en-GB" altLang="en-US"/>
                        <a:t>operator</a:t>
                      </a:r>
                    </a:p>
                  </a:txBody>
                  <a:tcPr/>
                </a:tc>
                <a:tc>
                  <a:txBody>
                    <a:bodyPr/>
                    <a:lstStyle/>
                    <a:p>
                      <a:pPr algn="ctr">
                        <a:buNone/>
                      </a:pPr>
                      <a:r>
                        <a:rPr lang="en-GB" altLang="en-US"/>
                        <a:t>Name</a:t>
                      </a:r>
                    </a:p>
                  </a:txBody>
                  <a:tcPr/>
                </a:tc>
                <a:tc>
                  <a:txBody>
                    <a:bodyPr/>
                    <a:lstStyle/>
                    <a:p>
                      <a:pPr algn="ctr">
                        <a:buNone/>
                      </a:pPr>
                      <a:r>
                        <a:rPr lang="en-GB" altLang="en-US"/>
                        <a:t>Description</a:t>
                      </a:r>
                    </a:p>
                  </a:txBody>
                  <a:tcPr/>
                </a:tc>
                <a:tc>
                  <a:txBody>
                    <a:bodyPr/>
                    <a:lstStyle/>
                    <a:p>
                      <a:pPr algn="ctr">
                        <a:buNone/>
                      </a:pPr>
                      <a:r>
                        <a:rPr lang="en-GB" altLang="en-US"/>
                        <a:t>Example</a:t>
                      </a:r>
                    </a:p>
                  </a:txBody>
                  <a:tcPr/>
                </a:tc>
                <a:extLst>
                  <a:ext uri="{0D108BD9-81ED-4DB2-BD59-A6C34878D82A}">
                    <a16:rowId xmlns:a16="http://schemas.microsoft.com/office/drawing/2014/main" val="10000"/>
                  </a:ext>
                </a:extLst>
              </a:tr>
              <a:tr h="914400">
                <a:tc>
                  <a:txBody>
                    <a:bodyPr/>
                    <a:lstStyle/>
                    <a:p>
                      <a:pPr algn="ctr">
                        <a:buNone/>
                      </a:pPr>
                      <a:r>
                        <a:rPr lang="en-GB" altLang="en-US"/>
                        <a:t>&amp;&amp;</a:t>
                      </a:r>
                    </a:p>
                  </a:txBody>
                  <a:tcPr/>
                </a:tc>
                <a:tc>
                  <a:txBody>
                    <a:bodyPr/>
                    <a:lstStyle/>
                    <a:p>
                      <a:pPr algn="ctr">
                        <a:buNone/>
                      </a:pPr>
                      <a:r>
                        <a:rPr lang="en-GB" altLang="en-US"/>
                        <a:t>Logical AND</a:t>
                      </a:r>
                    </a:p>
                  </a:txBody>
                  <a:tcPr/>
                </a:tc>
                <a:tc>
                  <a:txBody>
                    <a:bodyPr/>
                    <a:lstStyle/>
                    <a:p>
                      <a:pPr algn="l">
                        <a:buNone/>
                      </a:pPr>
                      <a:r>
                        <a:rPr lang="en-GB" altLang="en-US"/>
                        <a:t>Returns true if both statements are true</a:t>
                      </a:r>
                    </a:p>
                  </a:txBody>
                  <a:tcPr/>
                </a:tc>
                <a:tc>
                  <a:txBody>
                    <a:bodyPr/>
                    <a:lstStyle/>
                    <a:p>
                      <a:pPr algn="ctr">
                        <a:buNone/>
                      </a:pPr>
                      <a:r>
                        <a:rPr lang="en-GB" altLang="en-US"/>
                        <a:t>x &lt; 5 &amp;&amp;  x &lt; 10</a:t>
                      </a:r>
                    </a:p>
                  </a:txBody>
                  <a:tcPr/>
                </a:tc>
                <a:extLst>
                  <a:ext uri="{0D108BD9-81ED-4DB2-BD59-A6C34878D82A}">
                    <a16:rowId xmlns:a16="http://schemas.microsoft.com/office/drawing/2014/main" val="10001"/>
                  </a:ext>
                </a:extLst>
              </a:tr>
              <a:tr h="914400">
                <a:tc>
                  <a:txBody>
                    <a:bodyPr/>
                    <a:lstStyle/>
                    <a:p>
                      <a:pPr algn="ctr">
                        <a:buNone/>
                      </a:pPr>
                      <a:r>
                        <a:rPr lang="en-GB" altLang="en-US"/>
                        <a:t>|| </a:t>
                      </a:r>
                    </a:p>
                  </a:txBody>
                  <a:tcPr/>
                </a:tc>
                <a:tc>
                  <a:txBody>
                    <a:bodyPr/>
                    <a:lstStyle/>
                    <a:p>
                      <a:pPr algn="ctr">
                        <a:buNone/>
                      </a:pPr>
                      <a:r>
                        <a:rPr lang="en-GB" altLang="en-US"/>
                        <a:t>Logical OR</a:t>
                      </a:r>
                    </a:p>
                  </a:txBody>
                  <a:tcPr/>
                </a:tc>
                <a:tc>
                  <a:txBody>
                    <a:bodyPr/>
                    <a:lstStyle/>
                    <a:p>
                      <a:pPr algn="l">
                        <a:buNone/>
                      </a:pPr>
                      <a:r>
                        <a:rPr lang="en-GB" altLang="en-US"/>
                        <a:t>Return true if one  of the statement is true</a:t>
                      </a:r>
                    </a:p>
                  </a:txBody>
                  <a:tcPr/>
                </a:tc>
                <a:tc>
                  <a:txBody>
                    <a:bodyPr/>
                    <a:lstStyle/>
                    <a:p>
                      <a:pPr algn="ctr">
                        <a:buNone/>
                      </a:pPr>
                      <a:r>
                        <a:rPr lang="en-GB" altLang="en-US"/>
                        <a:t>x &lt; 5 || x &lt; 4</a:t>
                      </a:r>
                    </a:p>
                  </a:txBody>
                  <a:tcPr/>
                </a:tc>
                <a:extLst>
                  <a:ext uri="{0D108BD9-81ED-4DB2-BD59-A6C34878D82A}">
                    <a16:rowId xmlns:a16="http://schemas.microsoft.com/office/drawing/2014/main" val="10002"/>
                  </a:ext>
                </a:extLst>
              </a:tr>
              <a:tr h="1009015">
                <a:tc>
                  <a:txBody>
                    <a:bodyPr/>
                    <a:lstStyle/>
                    <a:p>
                      <a:pPr algn="ctr">
                        <a:buNone/>
                      </a:pPr>
                      <a:r>
                        <a:rPr lang="en-GB" altLang="en-US"/>
                        <a:t>!</a:t>
                      </a:r>
                    </a:p>
                  </a:txBody>
                  <a:tcPr/>
                </a:tc>
                <a:tc>
                  <a:txBody>
                    <a:bodyPr/>
                    <a:lstStyle/>
                    <a:p>
                      <a:pPr algn="ctr">
                        <a:buNone/>
                      </a:pPr>
                      <a:r>
                        <a:rPr lang="en-GB" altLang="en-US"/>
                        <a:t>Logical NOT</a:t>
                      </a:r>
                    </a:p>
                  </a:txBody>
                  <a:tcPr/>
                </a:tc>
                <a:tc>
                  <a:txBody>
                    <a:bodyPr/>
                    <a:lstStyle/>
                    <a:p>
                      <a:pPr algn="l">
                        <a:buNone/>
                      </a:pPr>
                      <a:r>
                        <a:rPr lang="en-GB" altLang="en-US"/>
                        <a:t>Reverse the result, returns false if the result is true.</a:t>
                      </a:r>
                    </a:p>
                  </a:txBody>
                  <a:tcPr/>
                </a:tc>
                <a:tc>
                  <a:txBody>
                    <a:bodyPr/>
                    <a:lstStyle/>
                    <a:p>
                      <a:pPr algn="ctr">
                        <a:buNone/>
                      </a:pPr>
                      <a:r>
                        <a:rPr lang="en-GB" altLang="en-US"/>
                        <a:t>!(x &lt; 5 &amp;&amp; x &lt; 10)</a:t>
                      </a:r>
                    </a:p>
                  </a:txBody>
                  <a:tcPr/>
                </a:tc>
                <a:extLst>
                  <a:ext uri="{0D108BD9-81ED-4DB2-BD59-A6C34878D82A}">
                    <a16:rowId xmlns:a16="http://schemas.microsoft.com/office/drawing/2014/main" val="10003"/>
                  </a:ext>
                </a:extLst>
              </a:tr>
            </a:tbl>
          </a:graphicData>
        </a:graphic>
      </p:graphicFrame>
    </p:spTree>
  </p:cSld>
  <p:clrMapOvr>
    <a:masterClrMapping/>
  </p:clrMapOvr>
  <p:transition spd="slow">
    <p:push/>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矩形 8"/>
          <p:cNvSpPr/>
          <p:nvPr/>
        </p:nvSpPr>
        <p:spPr>
          <a:xfrm flipH="1">
            <a:off x="1393190" y="0"/>
            <a:ext cx="490855" cy="1087120"/>
          </a:xfrm>
          <a:prstGeom prst="rect">
            <a:avLst/>
          </a:prstGeom>
          <a:solidFill>
            <a:srgbClr val="FFC0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sp>
        <p:nvSpPr>
          <p:cNvPr id="8195" name="矩形 3"/>
          <p:cNvSpPr/>
          <p:nvPr/>
        </p:nvSpPr>
        <p:spPr>
          <a:xfrm>
            <a:off x="587375" y="1529715"/>
            <a:ext cx="805815" cy="3592830"/>
          </a:xfrm>
          <a:prstGeom prst="rect">
            <a:avLst/>
          </a:prstGeom>
          <a:solidFill>
            <a:srgbClr val="203864"/>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grpSp>
        <p:nvGrpSpPr>
          <p:cNvPr id="8201" name="Group 10"/>
          <p:cNvGrpSpPr/>
          <p:nvPr/>
        </p:nvGrpSpPr>
        <p:grpSpPr>
          <a:xfrm>
            <a:off x="0" y="1087120"/>
            <a:ext cx="1884045" cy="443865"/>
            <a:chOff x="0" y="0"/>
            <a:chExt cx="3385877" cy="578062"/>
          </a:xfrm>
        </p:grpSpPr>
        <p:sp>
          <p:nvSpPr>
            <p:cNvPr id="8202" name="直角三角形 7"/>
            <p:cNvSpPr/>
            <p:nvPr/>
          </p:nvSpPr>
          <p:spPr>
            <a:xfrm rot="-10800000" flipH="1">
              <a:off x="2809877" y="2062"/>
              <a:ext cx="576000" cy="576000"/>
            </a:xfrm>
            <a:prstGeom prst="rtTriangle">
              <a:avLst/>
            </a:prstGeom>
            <a:solidFill>
              <a:srgbClr val="D09E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sp>
          <p:nvSpPr>
            <p:cNvPr id="8203" name="矩形 9"/>
            <p:cNvSpPr/>
            <p:nvPr/>
          </p:nvSpPr>
          <p:spPr>
            <a:xfrm flipH="1">
              <a:off x="0" y="0"/>
              <a:ext cx="2809876" cy="576000"/>
            </a:xfrm>
            <a:prstGeom prst="rect">
              <a:avLst/>
            </a:prstGeom>
            <a:solidFill>
              <a:srgbClr val="FFC0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grpSp>
      <p:sp>
        <p:nvSpPr>
          <p:cNvPr id="8204" name="矩形 10"/>
          <p:cNvSpPr/>
          <p:nvPr/>
        </p:nvSpPr>
        <p:spPr>
          <a:xfrm>
            <a:off x="2464435" y="381635"/>
            <a:ext cx="5935345" cy="706755"/>
          </a:xfrm>
          <a:prstGeom prst="rect">
            <a:avLst/>
          </a:prstGeom>
          <a:noFill/>
          <a:ln w="9525">
            <a:noFill/>
          </a:ln>
        </p:spPr>
        <p:txBody>
          <a:bodyPr wrap="square" anchor="t" anchorCtr="0">
            <a:spAutoFit/>
          </a:bodyPr>
          <a:lstStyle/>
          <a:p>
            <a:pPr algn="ctr"/>
            <a:r>
              <a:rPr lang="en-GB" altLang="zh-CN" sz="4000" b="1" dirty="0">
                <a:gradFill>
                  <a:gsLst>
                    <a:gs pos="0">
                      <a:srgbClr val="012D86"/>
                    </a:gs>
                    <a:gs pos="100000">
                      <a:srgbClr val="0E2557"/>
                    </a:gs>
                  </a:gsLst>
                  <a:lin scaled="0"/>
                </a:gradFill>
                <a:latin typeface="Microsoft YaHei" panose="020B0503020204020204" pitchFamily="34" charset="-122"/>
                <a:ea typeface="Microsoft YaHei" panose="020B0503020204020204" pitchFamily="34" charset="-122"/>
              </a:rPr>
              <a:t>Bitwise  Operator</a:t>
            </a:r>
          </a:p>
        </p:txBody>
      </p:sp>
      <p:sp>
        <p:nvSpPr>
          <p:cNvPr id="2" name="Text Box 1"/>
          <p:cNvSpPr txBox="1"/>
          <p:nvPr/>
        </p:nvSpPr>
        <p:spPr>
          <a:xfrm>
            <a:off x="1884045" y="1087120"/>
            <a:ext cx="7096760" cy="398780"/>
          </a:xfrm>
          <a:prstGeom prst="rect">
            <a:avLst/>
          </a:prstGeom>
          <a:noFill/>
        </p:spPr>
        <p:txBody>
          <a:bodyPr wrap="square" rtlCol="0">
            <a:spAutoFit/>
          </a:bodyPr>
          <a:lstStyle/>
          <a:p>
            <a:r>
              <a:rPr lang="en-GB" altLang="en-US" sz="2000"/>
              <a:t>Bitwise operators are used on (binary) numbers:</a:t>
            </a:r>
          </a:p>
        </p:txBody>
      </p:sp>
      <p:graphicFrame>
        <p:nvGraphicFramePr>
          <p:cNvPr id="5" name="Table 4"/>
          <p:cNvGraphicFramePr/>
          <p:nvPr/>
        </p:nvGraphicFramePr>
        <p:xfrm>
          <a:off x="1760220" y="1646555"/>
          <a:ext cx="7108190" cy="3208655"/>
        </p:xfrm>
        <a:graphic>
          <a:graphicData uri="http://schemas.openxmlformats.org/drawingml/2006/table">
            <a:tbl>
              <a:tblPr firstRow="1" bandRow="1">
                <a:tableStyleId>{5C22544A-7EE6-4342-B048-85BDC9FD1C3A}</a:tableStyleId>
              </a:tblPr>
              <a:tblGrid>
                <a:gridCol w="1010920">
                  <a:extLst>
                    <a:ext uri="{9D8B030D-6E8A-4147-A177-3AD203B41FA5}">
                      <a16:colId xmlns:a16="http://schemas.microsoft.com/office/drawing/2014/main" val="20000"/>
                    </a:ext>
                  </a:extLst>
                </a:gridCol>
                <a:gridCol w="904875">
                  <a:extLst>
                    <a:ext uri="{9D8B030D-6E8A-4147-A177-3AD203B41FA5}">
                      <a16:colId xmlns:a16="http://schemas.microsoft.com/office/drawing/2014/main" val="20001"/>
                    </a:ext>
                  </a:extLst>
                </a:gridCol>
                <a:gridCol w="4052570">
                  <a:extLst>
                    <a:ext uri="{9D8B030D-6E8A-4147-A177-3AD203B41FA5}">
                      <a16:colId xmlns:a16="http://schemas.microsoft.com/office/drawing/2014/main" val="20002"/>
                    </a:ext>
                  </a:extLst>
                </a:gridCol>
                <a:gridCol w="1139825">
                  <a:extLst>
                    <a:ext uri="{9D8B030D-6E8A-4147-A177-3AD203B41FA5}">
                      <a16:colId xmlns:a16="http://schemas.microsoft.com/office/drawing/2014/main" val="20003"/>
                    </a:ext>
                  </a:extLst>
                </a:gridCol>
              </a:tblGrid>
              <a:tr h="369570">
                <a:tc>
                  <a:txBody>
                    <a:bodyPr/>
                    <a:lstStyle/>
                    <a:p>
                      <a:pPr algn="ctr">
                        <a:buNone/>
                      </a:pPr>
                      <a:r>
                        <a:rPr lang="en-GB" altLang="en-US"/>
                        <a:t>operator</a:t>
                      </a:r>
                    </a:p>
                  </a:txBody>
                  <a:tcPr/>
                </a:tc>
                <a:tc>
                  <a:txBody>
                    <a:bodyPr/>
                    <a:lstStyle/>
                    <a:p>
                      <a:pPr algn="ctr">
                        <a:buNone/>
                      </a:pPr>
                      <a:r>
                        <a:rPr lang="en-GB" altLang="en-US"/>
                        <a:t>Name</a:t>
                      </a:r>
                    </a:p>
                  </a:txBody>
                  <a:tcPr/>
                </a:tc>
                <a:tc>
                  <a:txBody>
                    <a:bodyPr/>
                    <a:lstStyle/>
                    <a:p>
                      <a:pPr algn="ctr">
                        <a:buNone/>
                      </a:pPr>
                      <a:r>
                        <a:rPr lang="en-GB" altLang="en-US"/>
                        <a:t>Description</a:t>
                      </a:r>
                    </a:p>
                  </a:txBody>
                  <a:tcPr/>
                </a:tc>
                <a:tc>
                  <a:txBody>
                    <a:bodyPr/>
                    <a:lstStyle/>
                    <a:p>
                      <a:pPr algn="ctr">
                        <a:buNone/>
                      </a:pPr>
                      <a:r>
                        <a:rPr lang="en-GB" altLang="en-US"/>
                        <a:t>Example</a:t>
                      </a:r>
                    </a:p>
                  </a:txBody>
                  <a:tcPr/>
                </a:tc>
                <a:extLst>
                  <a:ext uri="{0D108BD9-81ED-4DB2-BD59-A6C34878D82A}">
                    <a16:rowId xmlns:a16="http://schemas.microsoft.com/office/drawing/2014/main" val="10000"/>
                  </a:ext>
                </a:extLst>
              </a:tr>
              <a:tr h="398780">
                <a:tc>
                  <a:txBody>
                    <a:bodyPr/>
                    <a:lstStyle/>
                    <a:p>
                      <a:pPr algn="ctr">
                        <a:buNone/>
                      </a:pPr>
                      <a:r>
                        <a:rPr lang="en-GB" altLang="en-US" sz="1600"/>
                        <a:t>&amp;</a:t>
                      </a:r>
                    </a:p>
                  </a:txBody>
                  <a:tcPr/>
                </a:tc>
                <a:tc>
                  <a:txBody>
                    <a:bodyPr/>
                    <a:lstStyle/>
                    <a:p>
                      <a:pPr algn="ctr">
                        <a:buNone/>
                      </a:pPr>
                      <a:r>
                        <a:rPr lang="en-GB" altLang="en-US" sz="1600"/>
                        <a:t>AND</a:t>
                      </a:r>
                    </a:p>
                  </a:txBody>
                  <a:tcPr/>
                </a:tc>
                <a:tc>
                  <a:txBody>
                    <a:bodyPr/>
                    <a:lstStyle/>
                    <a:p>
                      <a:pPr algn="l">
                        <a:buNone/>
                      </a:pPr>
                      <a:r>
                        <a:rPr lang="en-GB" altLang="en-US" sz="1600"/>
                        <a:t>Sets each bit to 1 if both bits are 1</a:t>
                      </a:r>
                    </a:p>
                  </a:txBody>
                  <a:tcPr/>
                </a:tc>
                <a:tc>
                  <a:txBody>
                    <a:bodyPr/>
                    <a:lstStyle/>
                    <a:p>
                      <a:pPr algn="ctr">
                        <a:buNone/>
                      </a:pPr>
                      <a:r>
                        <a:rPr lang="en-GB" altLang="en-US" sz="1600"/>
                        <a:t>x&amp;y</a:t>
                      </a:r>
                    </a:p>
                  </a:txBody>
                  <a:tcPr/>
                </a:tc>
                <a:extLst>
                  <a:ext uri="{0D108BD9-81ED-4DB2-BD59-A6C34878D82A}">
                    <a16:rowId xmlns:a16="http://schemas.microsoft.com/office/drawing/2014/main" val="10001"/>
                  </a:ext>
                </a:extLst>
              </a:tr>
              <a:tr h="442595">
                <a:tc>
                  <a:txBody>
                    <a:bodyPr/>
                    <a:lstStyle/>
                    <a:p>
                      <a:pPr algn="ctr">
                        <a:buNone/>
                      </a:pPr>
                      <a:r>
                        <a:rPr lang="en-GB" altLang="en-US" sz="1600"/>
                        <a:t>|</a:t>
                      </a:r>
                    </a:p>
                  </a:txBody>
                  <a:tcPr/>
                </a:tc>
                <a:tc>
                  <a:txBody>
                    <a:bodyPr/>
                    <a:lstStyle/>
                    <a:p>
                      <a:pPr algn="ctr">
                        <a:buNone/>
                      </a:pPr>
                      <a:r>
                        <a:rPr lang="en-GB" altLang="en-US" sz="1600"/>
                        <a:t> OR</a:t>
                      </a:r>
                    </a:p>
                  </a:txBody>
                  <a:tcPr/>
                </a:tc>
                <a:tc>
                  <a:txBody>
                    <a:bodyPr/>
                    <a:lstStyle/>
                    <a:p>
                      <a:pPr algn="l">
                        <a:buNone/>
                      </a:pPr>
                      <a:r>
                        <a:rPr lang="en-GB" altLang="en-US" sz="1600"/>
                        <a:t>Sets each bit to 1 if one of two bits is 1</a:t>
                      </a:r>
                    </a:p>
                  </a:txBody>
                  <a:tcPr/>
                </a:tc>
                <a:tc>
                  <a:txBody>
                    <a:bodyPr/>
                    <a:lstStyle/>
                    <a:p>
                      <a:pPr algn="ctr">
                        <a:buNone/>
                      </a:pPr>
                      <a:r>
                        <a:rPr lang="en-GB" altLang="en-US" sz="1600"/>
                        <a:t>x</a:t>
                      </a:r>
                      <a:r>
                        <a:rPr lang="en-GB" altLang="en-US" sz="1600">
                          <a:sym typeface="+mn-ea"/>
                        </a:rPr>
                        <a:t>|y</a:t>
                      </a:r>
                      <a:endParaRPr lang="en-GB" altLang="en-US" sz="1600"/>
                    </a:p>
                  </a:txBody>
                  <a:tcPr/>
                </a:tc>
                <a:extLst>
                  <a:ext uri="{0D108BD9-81ED-4DB2-BD59-A6C34878D82A}">
                    <a16:rowId xmlns:a16="http://schemas.microsoft.com/office/drawing/2014/main" val="10002"/>
                  </a:ext>
                </a:extLst>
              </a:tr>
              <a:tr h="587375">
                <a:tc>
                  <a:txBody>
                    <a:bodyPr/>
                    <a:lstStyle/>
                    <a:p>
                      <a:pPr algn="ctr">
                        <a:buNone/>
                      </a:pPr>
                      <a:r>
                        <a:rPr lang="en-GB" altLang="en-US" sz="1600" dirty="0"/>
                        <a:t>^</a:t>
                      </a:r>
                    </a:p>
                    <a:p>
                      <a:pPr algn="ctr">
                        <a:buNone/>
                      </a:pPr>
                      <a:endParaRPr lang="en-GB" altLang="en-US" sz="1600" dirty="0"/>
                    </a:p>
                  </a:txBody>
                  <a:tcPr/>
                </a:tc>
                <a:tc>
                  <a:txBody>
                    <a:bodyPr/>
                    <a:lstStyle/>
                    <a:p>
                      <a:pPr algn="ctr">
                        <a:buNone/>
                      </a:pPr>
                      <a:r>
                        <a:rPr lang="en-GB" altLang="en-US" sz="1600"/>
                        <a:t>XOR</a:t>
                      </a:r>
                    </a:p>
                  </a:txBody>
                  <a:tcPr/>
                </a:tc>
                <a:tc>
                  <a:txBody>
                    <a:bodyPr/>
                    <a:lstStyle/>
                    <a:p>
                      <a:pPr algn="l">
                        <a:buNone/>
                      </a:pPr>
                      <a:r>
                        <a:rPr lang="en-GB" altLang="en-US" sz="1600"/>
                        <a:t>Sets each bit to 1 if only one of two bits is 1</a:t>
                      </a:r>
                    </a:p>
                  </a:txBody>
                  <a:tcPr/>
                </a:tc>
                <a:tc>
                  <a:txBody>
                    <a:bodyPr/>
                    <a:lstStyle/>
                    <a:p>
                      <a:pPr algn="ctr">
                        <a:buNone/>
                      </a:pPr>
                      <a:r>
                        <a:rPr lang="en-GB" altLang="en-US" sz="1600"/>
                        <a:t>x^y</a:t>
                      </a:r>
                    </a:p>
                  </a:txBody>
                  <a:tcPr/>
                </a:tc>
                <a:extLst>
                  <a:ext uri="{0D108BD9-81ED-4DB2-BD59-A6C34878D82A}">
                    <a16:rowId xmlns:a16="http://schemas.microsoft.com/office/drawing/2014/main" val="10003"/>
                  </a:ext>
                </a:extLst>
              </a:tr>
              <a:tr h="822960">
                <a:tc>
                  <a:txBody>
                    <a:bodyPr/>
                    <a:lstStyle/>
                    <a:p>
                      <a:pPr algn="ctr">
                        <a:buNone/>
                      </a:pPr>
                      <a:r>
                        <a:rPr lang="en-GB" altLang="en-US" sz="1600" dirty="0"/>
                        <a:t>&gt;&gt;</a:t>
                      </a:r>
                    </a:p>
                  </a:txBody>
                  <a:tcPr/>
                </a:tc>
                <a:tc>
                  <a:txBody>
                    <a:bodyPr/>
                    <a:lstStyle/>
                    <a:p>
                      <a:pPr algn="ctr">
                        <a:buNone/>
                      </a:pPr>
                      <a:r>
                        <a:rPr lang="en-GB" altLang="en-US" sz="1600"/>
                        <a:t>Zero fill right shift</a:t>
                      </a:r>
                    </a:p>
                  </a:txBody>
                  <a:tcPr/>
                </a:tc>
                <a:tc>
                  <a:txBody>
                    <a:bodyPr/>
                    <a:lstStyle/>
                    <a:p>
                      <a:pPr algn="l">
                        <a:buNone/>
                      </a:pPr>
                      <a:r>
                        <a:rPr lang="en-GB" altLang="en-US" sz="1600"/>
                        <a:t>iShift right by pushing copies of the leftmost bit in from the left, and let the rightmost bits fall off</a:t>
                      </a:r>
                    </a:p>
                  </a:txBody>
                  <a:tcPr/>
                </a:tc>
                <a:tc>
                  <a:txBody>
                    <a:bodyPr/>
                    <a:lstStyle/>
                    <a:p>
                      <a:pPr algn="ctr">
                        <a:buNone/>
                      </a:pPr>
                      <a:r>
                        <a:rPr lang="en-GB" altLang="en-US" sz="1600"/>
                        <a:t>x&gt;&gt;2</a:t>
                      </a:r>
                    </a:p>
                  </a:txBody>
                  <a:tcPr/>
                </a:tc>
                <a:extLst>
                  <a:ext uri="{0D108BD9-81ED-4DB2-BD59-A6C34878D82A}">
                    <a16:rowId xmlns:a16="http://schemas.microsoft.com/office/drawing/2014/main" val="10004"/>
                  </a:ext>
                </a:extLst>
              </a:tr>
              <a:tr h="587375">
                <a:tc>
                  <a:txBody>
                    <a:bodyPr/>
                    <a:lstStyle/>
                    <a:p>
                      <a:pPr algn="ctr">
                        <a:buNone/>
                      </a:pPr>
                      <a:r>
                        <a:rPr lang="en-GB" altLang="en-US" sz="1600"/>
                        <a:t>&lt;&lt;</a:t>
                      </a:r>
                    </a:p>
                  </a:txBody>
                  <a:tcPr/>
                </a:tc>
                <a:tc>
                  <a:txBody>
                    <a:bodyPr/>
                    <a:lstStyle/>
                    <a:p>
                      <a:pPr algn="ctr">
                        <a:buNone/>
                      </a:pPr>
                      <a:r>
                        <a:rPr lang="en-GB" altLang="en-US" sz="1600"/>
                        <a:t>Zero fill left shift</a:t>
                      </a:r>
                    </a:p>
                  </a:txBody>
                  <a:tcPr/>
                </a:tc>
                <a:tc>
                  <a:txBody>
                    <a:bodyPr/>
                    <a:lstStyle/>
                    <a:p>
                      <a:pPr algn="ctr">
                        <a:buNone/>
                      </a:pPr>
                      <a:r>
                        <a:rPr lang="en-GB" altLang="en-US" sz="1600"/>
                        <a:t>Shift left by pushing zeros in from the right</a:t>
                      </a:r>
                    </a:p>
                  </a:txBody>
                  <a:tcPr/>
                </a:tc>
                <a:tc>
                  <a:txBody>
                    <a:bodyPr/>
                    <a:lstStyle/>
                    <a:p>
                      <a:pPr algn="ctr">
                        <a:buNone/>
                      </a:pPr>
                      <a:r>
                        <a:rPr lang="en-GB" altLang="en-US" sz="1600" dirty="0"/>
                        <a:t>x&lt;&lt;3</a:t>
                      </a:r>
                    </a:p>
                  </a:txBody>
                  <a:tcPr/>
                </a:tc>
                <a:extLst>
                  <a:ext uri="{0D108BD9-81ED-4DB2-BD59-A6C34878D82A}">
                    <a16:rowId xmlns:a16="http://schemas.microsoft.com/office/drawing/2014/main" val="10005"/>
                  </a:ext>
                </a:extLst>
              </a:tr>
            </a:tbl>
          </a:graphicData>
        </a:graphic>
      </p:graphicFrame>
    </p:spTree>
  </p:cSld>
  <p:clrMapOvr>
    <a:masterClrMapping/>
  </p:clrMapOvr>
  <p:transition spd="slow">
    <p:push/>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矩形 8"/>
          <p:cNvSpPr/>
          <p:nvPr/>
        </p:nvSpPr>
        <p:spPr>
          <a:xfrm flipH="1">
            <a:off x="1393190" y="0"/>
            <a:ext cx="490855" cy="1087120"/>
          </a:xfrm>
          <a:prstGeom prst="rect">
            <a:avLst/>
          </a:prstGeom>
          <a:solidFill>
            <a:srgbClr val="FFC0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sp>
        <p:nvSpPr>
          <p:cNvPr id="8195" name="矩形 3"/>
          <p:cNvSpPr/>
          <p:nvPr/>
        </p:nvSpPr>
        <p:spPr>
          <a:xfrm>
            <a:off x="587375" y="1529715"/>
            <a:ext cx="805815" cy="3592830"/>
          </a:xfrm>
          <a:prstGeom prst="rect">
            <a:avLst/>
          </a:prstGeom>
          <a:solidFill>
            <a:srgbClr val="203864"/>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grpSp>
        <p:nvGrpSpPr>
          <p:cNvPr id="8201" name="Group 10"/>
          <p:cNvGrpSpPr/>
          <p:nvPr/>
        </p:nvGrpSpPr>
        <p:grpSpPr>
          <a:xfrm>
            <a:off x="0" y="1087120"/>
            <a:ext cx="1884045" cy="443865"/>
            <a:chOff x="0" y="0"/>
            <a:chExt cx="3385877" cy="578062"/>
          </a:xfrm>
        </p:grpSpPr>
        <p:sp>
          <p:nvSpPr>
            <p:cNvPr id="8202" name="直角三角形 7"/>
            <p:cNvSpPr/>
            <p:nvPr/>
          </p:nvSpPr>
          <p:spPr>
            <a:xfrm rot="-10800000" flipH="1">
              <a:off x="2809877" y="2062"/>
              <a:ext cx="576000" cy="576000"/>
            </a:xfrm>
            <a:prstGeom prst="rtTriangle">
              <a:avLst/>
            </a:prstGeom>
            <a:solidFill>
              <a:srgbClr val="D09E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sp>
          <p:nvSpPr>
            <p:cNvPr id="8203" name="矩形 9"/>
            <p:cNvSpPr/>
            <p:nvPr/>
          </p:nvSpPr>
          <p:spPr>
            <a:xfrm flipH="1">
              <a:off x="0" y="0"/>
              <a:ext cx="2809876" cy="576000"/>
            </a:xfrm>
            <a:prstGeom prst="rect">
              <a:avLst/>
            </a:prstGeom>
            <a:solidFill>
              <a:srgbClr val="FFC0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grpSp>
      <p:sp>
        <p:nvSpPr>
          <p:cNvPr id="8204" name="矩形 10"/>
          <p:cNvSpPr/>
          <p:nvPr/>
        </p:nvSpPr>
        <p:spPr>
          <a:xfrm>
            <a:off x="2464435" y="381635"/>
            <a:ext cx="5935345" cy="706755"/>
          </a:xfrm>
          <a:prstGeom prst="rect">
            <a:avLst/>
          </a:prstGeom>
          <a:noFill/>
          <a:ln w="9525">
            <a:noFill/>
          </a:ln>
        </p:spPr>
        <p:txBody>
          <a:bodyPr wrap="square" anchor="t" anchorCtr="0">
            <a:spAutoFit/>
          </a:bodyPr>
          <a:lstStyle/>
          <a:p>
            <a:pPr algn="ctr"/>
            <a:r>
              <a:rPr lang="en-GB" altLang="zh-CN" sz="4000" b="1" dirty="0">
                <a:gradFill>
                  <a:gsLst>
                    <a:gs pos="0">
                      <a:srgbClr val="012D86"/>
                    </a:gs>
                    <a:gs pos="100000">
                      <a:srgbClr val="0E2557"/>
                    </a:gs>
                  </a:gsLst>
                  <a:lin scaled="0"/>
                </a:gradFill>
                <a:latin typeface="Microsoft YaHei" panose="020B0503020204020204" pitchFamily="34" charset="-122"/>
                <a:ea typeface="Microsoft YaHei" panose="020B0503020204020204" pitchFamily="34" charset="-122"/>
              </a:rPr>
              <a:t>Assignment Operator</a:t>
            </a:r>
          </a:p>
        </p:txBody>
      </p:sp>
      <p:sp>
        <p:nvSpPr>
          <p:cNvPr id="2" name="Text Box 1"/>
          <p:cNvSpPr txBox="1"/>
          <p:nvPr/>
        </p:nvSpPr>
        <p:spPr>
          <a:xfrm>
            <a:off x="1884045" y="1087120"/>
            <a:ext cx="7096760" cy="398780"/>
          </a:xfrm>
          <a:prstGeom prst="rect">
            <a:avLst/>
          </a:prstGeom>
          <a:noFill/>
        </p:spPr>
        <p:txBody>
          <a:bodyPr wrap="square" rtlCol="0">
            <a:spAutoFit/>
          </a:bodyPr>
          <a:lstStyle/>
          <a:p>
            <a:r>
              <a:rPr lang="en-GB" altLang="en-US" sz="2000"/>
              <a:t>Assignment operators are used to assign values to variables.</a:t>
            </a:r>
          </a:p>
        </p:txBody>
      </p:sp>
      <p:graphicFrame>
        <p:nvGraphicFramePr>
          <p:cNvPr id="5" name="Table 4"/>
          <p:cNvGraphicFramePr/>
          <p:nvPr/>
        </p:nvGraphicFramePr>
        <p:xfrm>
          <a:off x="2072640" y="1652270"/>
          <a:ext cx="6328410" cy="3529965"/>
        </p:xfrm>
        <a:graphic>
          <a:graphicData uri="http://schemas.openxmlformats.org/drawingml/2006/table">
            <a:tbl>
              <a:tblPr firstRow="1" bandRow="1">
                <a:tableStyleId>{5C22544A-7EE6-4342-B048-85BDC9FD1C3A}</a:tableStyleId>
              </a:tblPr>
              <a:tblGrid>
                <a:gridCol w="2109470">
                  <a:extLst>
                    <a:ext uri="{9D8B030D-6E8A-4147-A177-3AD203B41FA5}">
                      <a16:colId xmlns:a16="http://schemas.microsoft.com/office/drawing/2014/main" val="20000"/>
                    </a:ext>
                  </a:extLst>
                </a:gridCol>
                <a:gridCol w="2109470">
                  <a:extLst>
                    <a:ext uri="{9D8B030D-6E8A-4147-A177-3AD203B41FA5}">
                      <a16:colId xmlns:a16="http://schemas.microsoft.com/office/drawing/2014/main" val="20001"/>
                    </a:ext>
                  </a:extLst>
                </a:gridCol>
                <a:gridCol w="2109470">
                  <a:extLst>
                    <a:ext uri="{9D8B030D-6E8A-4147-A177-3AD203B41FA5}">
                      <a16:colId xmlns:a16="http://schemas.microsoft.com/office/drawing/2014/main" val="20002"/>
                    </a:ext>
                  </a:extLst>
                </a:gridCol>
              </a:tblGrid>
              <a:tr h="393065">
                <a:tc>
                  <a:txBody>
                    <a:bodyPr/>
                    <a:lstStyle/>
                    <a:p>
                      <a:pPr algn="ctr">
                        <a:buNone/>
                      </a:pPr>
                      <a:r>
                        <a:rPr lang="en-GB" altLang="en-US"/>
                        <a:t>operator</a:t>
                      </a:r>
                    </a:p>
                  </a:txBody>
                  <a:tcPr/>
                </a:tc>
                <a:tc>
                  <a:txBody>
                    <a:bodyPr/>
                    <a:lstStyle/>
                    <a:p>
                      <a:pPr algn="ctr">
                        <a:buNone/>
                      </a:pPr>
                      <a:r>
                        <a:rPr lang="en-GB" altLang="en-US"/>
                        <a:t>Example</a:t>
                      </a:r>
                    </a:p>
                  </a:txBody>
                  <a:tcPr/>
                </a:tc>
                <a:tc>
                  <a:txBody>
                    <a:bodyPr/>
                    <a:lstStyle/>
                    <a:p>
                      <a:pPr algn="ctr">
                        <a:buNone/>
                      </a:pPr>
                      <a:r>
                        <a:rPr lang="en-GB" altLang="en-US"/>
                        <a:t>Same as</a:t>
                      </a:r>
                    </a:p>
                  </a:txBody>
                  <a:tcPr/>
                </a:tc>
                <a:extLst>
                  <a:ext uri="{0D108BD9-81ED-4DB2-BD59-A6C34878D82A}">
                    <a16:rowId xmlns:a16="http://schemas.microsoft.com/office/drawing/2014/main" val="10000"/>
                  </a:ext>
                </a:extLst>
              </a:tr>
              <a:tr h="375920">
                <a:tc>
                  <a:txBody>
                    <a:bodyPr/>
                    <a:lstStyle/>
                    <a:p>
                      <a:pPr algn="ctr">
                        <a:buNone/>
                      </a:pPr>
                      <a:r>
                        <a:rPr lang="en-GB" altLang="en-US" dirty="0"/>
                        <a:t>=</a:t>
                      </a:r>
                    </a:p>
                  </a:txBody>
                  <a:tcPr/>
                </a:tc>
                <a:tc>
                  <a:txBody>
                    <a:bodyPr/>
                    <a:lstStyle/>
                    <a:p>
                      <a:pPr algn="ctr">
                        <a:buNone/>
                      </a:pPr>
                      <a:r>
                        <a:rPr lang="en-GB" altLang="en-US"/>
                        <a:t>x=5</a:t>
                      </a:r>
                    </a:p>
                  </a:txBody>
                  <a:tcPr/>
                </a:tc>
                <a:tc>
                  <a:txBody>
                    <a:bodyPr/>
                    <a:lstStyle/>
                    <a:p>
                      <a:pPr algn="ctr">
                        <a:buNone/>
                      </a:pPr>
                      <a:r>
                        <a:rPr lang="en-GB" altLang="en-US"/>
                        <a:t>x=5</a:t>
                      </a:r>
                    </a:p>
                  </a:txBody>
                  <a:tcPr/>
                </a:tc>
                <a:extLst>
                  <a:ext uri="{0D108BD9-81ED-4DB2-BD59-A6C34878D82A}">
                    <a16:rowId xmlns:a16="http://schemas.microsoft.com/office/drawing/2014/main" val="10001"/>
                  </a:ext>
                </a:extLst>
              </a:tr>
              <a:tr h="365760">
                <a:tc>
                  <a:txBody>
                    <a:bodyPr/>
                    <a:lstStyle/>
                    <a:p>
                      <a:pPr algn="ctr">
                        <a:buNone/>
                      </a:pPr>
                      <a:r>
                        <a:rPr lang="en-GB" altLang="en-US"/>
                        <a:t>+=</a:t>
                      </a:r>
                    </a:p>
                  </a:txBody>
                  <a:tcPr/>
                </a:tc>
                <a:tc>
                  <a:txBody>
                    <a:bodyPr/>
                    <a:lstStyle/>
                    <a:p>
                      <a:pPr algn="ctr">
                        <a:buNone/>
                      </a:pPr>
                      <a:r>
                        <a:rPr lang="en-GB" altLang="en-US" dirty="0"/>
                        <a:t>x+=3</a:t>
                      </a:r>
                    </a:p>
                  </a:txBody>
                  <a:tcPr/>
                </a:tc>
                <a:tc>
                  <a:txBody>
                    <a:bodyPr/>
                    <a:lstStyle/>
                    <a:p>
                      <a:pPr algn="ctr">
                        <a:buNone/>
                      </a:pPr>
                      <a:r>
                        <a:rPr lang="en-GB" altLang="en-US" dirty="0"/>
                        <a:t>x=x+3</a:t>
                      </a:r>
                    </a:p>
                  </a:txBody>
                  <a:tcPr/>
                </a:tc>
                <a:extLst>
                  <a:ext uri="{0D108BD9-81ED-4DB2-BD59-A6C34878D82A}">
                    <a16:rowId xmlns:a16="http://schemas.microsoft.com/office/drawing/2014/main" val="10002"/>
                  </a:ext>
                </a:extLst>
              </a:tr>
              <a:tr h="438150">
                <a:tc>
                  <a:txBody>
                    <a:bodyPr/>
                    <a:lstStyle/>
                    <a:p>
                      <a:pPr algn="ctr">
                        <a:buNone/>
                      </a:pPr>
                      <a:r>
                        <a:rPr lang="en-GB" altLang="en-US"/>
                        <a:t>-=</a:t>
                      </a:r>
                    </a:p>
                  </a:txBody>
                  <a:tcPr/>
                </a:tc>
                <a:tc>
                  <a:txBody>
                    <a:bodyPr/>
                    <a:lstStyle/>
                    <a:p>
                      <a:pPr algn="ctr">
                        <a:buNone/>
                      </a:pPr>
                      <a:r>
                        <a:rPr lang="en-GB" altLang="en-US" dirty="0"/>
                        <a:t>x-=5</a:t>
                      </a:r>
                    </a:p>
                  </a:txBody>
                  <a:tcPr/>
                </a:tc>
                <a:tc>
                  <a:txBody>
                    <a:bodyPr/>
                    <a:lstStyle/>
                    <a:p>
                      <a:pPr algn="ctr">
                        <a:buNone/>
                      </a:pPr>
                      <a:r>
                        <a:rPr lang="en-GB" altLang="en-US" dirty="0"/>
                        <a:t>x=x-5</a:t>
                      </a:r>
                    </a:p>
                  </a:txBody>
                  <a:tcPr/>
                </a:tc>
                <a:extLst>
                  <a:ext uri="{0D108BD9-81ED-4DB2-BD59-A6C34878D82A}">
                    <a16:rowId xmlns:a16="http://schemas.microsoft.com/office/drawing/2014/main" val="10003"/>
                  </a:ext>
                </a:extLst>
              </a:tr>
              <a:tr h="439420">
                <a:tc>
                  <a:txBody>
                    <a:bodyPr/>
                    <a:lstStyle/>
                    <a:p>
                      <a:pPr algn="ctr">
                        <a:buNone/>
                      </a:pPr>
                      <a:r>
                        <a:rPr lang="en-GB" altLang="en-US"/>
                        <a:t>*=</a:t>
                      </a:r>
                    </a:p>
                  </a:txBody>
                  <a:tcPr/>
                </a:tc>
                <a:tc>
                  <a:txBody>
                    <a:bodyPr/>
                    <a:lstStyle/>
                    <a:p>
                      <a:pPr algn="ctr">
                        <a:buNone/>
                      </a:pPr>
                      <a:r>
                        <a:rPr lang="en-GB" altLang="en-US" sz="1800">
                          <a:sym typeface="+mn-ea"/>
                        </a:rPr>
                        <a:t>x*=5</a:t>
                      </a:r>
                      <a:endParaRPr lang="en-GB" altLang="en-US"/>
                    </a:p>
                  </a:txBody>
                  <a:tcPr/>
                </a:tc>
                <a:tc>
                  <a:txBody>
                    <a:bodyPr/>
                    <a:lstStyle/>
                    <a:p>
                      <a:pPr algn="ctr">
                        <a:buNone/>
                      </a:pPr>
                      <a:r>
                        <a:rPr lang="en-GB" altLang="en-US" sz="1800">
                          <a:sym typeface="+mn-ea"/>
                        </a:rPr>
                        <a:t>x=x*5</a:t>
                      </a:r>
                      <a:endParaRPr lang="en-GB" altLang="en-US"/>
                    </a:p>
                  </a:txBody>
                  <a:tcPr/>
                </a:tc>
                <a:extLst>
                  <a:ext uri="{0D108BD9-81ED-4DB2-BD59-A6C34878D82A}">
                    <a16:rowId xmlns:a16="http://schemas.microsoft.com/office/drawing/2014/main" val="10004"/>
                  </a:ext>
                </a:extLst>
              </a:tr>
              <a:tr h="438150">
                <a:tc>
                  <a:txBody>
                    <a:bodyPr/>
                    <a:lstStyle/>
                    <a:p>
                      <a:pPr algn="ctr">
                        <a:buNone/>
                      </a:pPr>
                      <a:r>
                        <a:rPr lang="en-GB" altLang="en-US" dirty="0"/>
                        <a:t>/=</a:t>
                      </a:r>
                    </a:p>
                  </a:txBody>
                  <a:tcPr/>
                </a:tc>
                <a:tc>
                  <a:txBody>
                    <a:bodyPr/>
                    <a:lstStyle/>
                    <a:p>
                      <a:pPr algn="ctr">
                        <a:buNone/>
                      </a:pPr>
                      <a:r>
                        <a:rPr lang="en-GB" altLang="en-US" sz="1800">
                          <a:sym typeface="+mn-ea"/>
                        </a:rPr>
                        <a:t>x/=5</a:t>
                      </a:r>
                      <a:endParaRPr lang="en-GB" altLang="en-US"/>
                    </a:p>
                  </a:txBody>
                  <a:tcPr/>
                </a:tc>
                <a:tc>
                  <a:txBody>
                    <a:bodyPr/>
                    <a:lstStyle/>
                    <a:p>
                      <a:pPr algn="ctr">
                        <a:buNone/>
                      </a:pPr>
                      <a:r>
                        <a:rPr lang="en-GB" altLang="en-US" sz="1800">
                          <a:sym typeface="+mn-ea"/>
                        </a:rPr>
                        <a:t>x=x/5</a:t>
                      </a:r>
                      <a:endParaRPr lang="en-GB" altLang="en-US"/>
                    </a:p>
                  </a:txBody>
                  <a:tcPr/>
                </a:tc>
                <a:extLst>
                  <a:ext uri="{0D108BD9-81ED-4DB2-BD59-A6C34878D82A}">
                    <a16:rowId xmlns:a16="http://schemas.microsoft.com/office/drawing/2014/main" val="10005"/>
                  </a:ext>
                </a:extLst>
              </a:tr>
              <a:tr h="439420">
                <a:tc>
                  <a:txBody>
                    <a:bodyPr/>
                    <a:lstStyle/>
                    <a:p>
                      <a:pPr algn="ctr">
                        <a:buNone/>
                      </a:pPr>
                      <a:r>
                        <a:rPr lang="en-GB" altLang="en-US" dirty="0"/>
                        <a:t>%=</a:t>
                      </a:r>
                    </a:p>
                  </a:txBody>
                  <a:tcPr/>
                </a:tc>
                <a:tc>
                  <a:txBody>
                    <a:bodyPr/>
                    <a:lstStyle/>
                    <a:p>
                      <a:pPr algn="ctr">
                        <a:buNone/>
                      </a:pPr>
                      <a:r>
                        <a:rPr lang="en-GB" altLang="en-US" sz="1800">
                          <a:sym typeface="+mn-ea"/>
                        </a:rPr>
                        <a:t>x%=5</a:t>
                      </a:r>
                      <a:endParaRPr lang="en-GB" altLang="en-US"/>
                    </a:p>
                  </a:txBody>
                  <a:tcPr/>
                </a:tc>
                <a:tc>
                  <a:txBody>
                    <a:bodyPr/>
                    <a:lstStyle/>
                    <a:p>
                      <a:pPr algn="ctr">
                        <a:buNone/>
                      </a:pPr>
                      <a:r>
                        <a:rPr lang="en-GB" altLang="en-US" sz="1800">
                          <a:sym typeface="+mn-ea"/>
                        </a:rPr>
                        <a:t>x=x%5</a:t>
                      </a:r>
                      <a:endParaRPr lang="en-GB" altLang="en-US"/>
                    </a:p>
                  </a:txBody>
                  <a:tcPr/>
                </a:tc>
                <a:extLst>
                  <a:ext uri="{0D108BD9-81ED-4DB2-BD59-A6C34878D82A}">
                    <a16:rowId xmlns:a16="http://schemas.microsoft.com/office/drawing/2014/main" val="10006"/>
                  </a:ext>
                </a:extLst>
              </a:tr>
              <a:tr h="640080">
                <a:tc>
                  <a:txBody>
                    <a:bodyPr/>
                    <a:lstStyle/>
                    <a:p>
                      <a:pPr algn="ctr">
                        <a:buNone/>
                      </a:pPr>
                      <a:r>
                        <a:rPr lang="en-GB" altLang="en-US" dirty="0"/>
                        <a:t>&amp;=</a:t>
                      </a:r>
                    </a:p>
                  </a:txBody>
                  <a:tcPr/>
                </a:tc>
                <a:tc>
                  <a:txBody>
                    <a:bodyPr/>
                    <a:lstStyle/>
                    <a:p>
                      <a:pPr algn="ctr">
                        <a:buNone/>
                      </a:pPr>
                      <a:r>
                        <a:rPr lang="en-GB" altLang="en-US" sz="1800">
                          <a:sym typeface="+mn-ea"/>
                        </a:rPr>
                        <a:t>x&amp;=3</a:t>
                      </a:r>
                      <a:endParaRPr lang="en-GB" altLang="en-US"/>
                    </a:p>
                  </a:txBody>
                  <a:tcPr/>
                </a:tc>
                <a:tc>
                  <a:txBody>
                    <a:bodyPr/>
                    <a:lstStyle/>
                    <a:p>
                      <a:pPr algn="ctr">
                        <a:buNone/>
                      </a:pPr>
                      <a:r>
                        <a:rPr lang="en-GB" altLang="en-US" dirty="0"/>
                        <a:t>x=x&amp;3</a:t>
                      </a:r>
                    </a:p>
                  </a:txBody>
                  <a:tcPr/>
                </a:tc>
                <a:extLst>
                  <a:ext uri="{0D108BD9-81ED-4DB2-BD59-A6C34878D82A}">
                    <a16:rowId xmlns:a16="http://schemas.microsoft.com/office/drawing/2014/main" val="10007"/>
                  </a:ext>
                </a:extLst>
              </a:tr>
            </a:tbl>
          </a:graphicData>
        </a:graphic>
      </p:graphicFrame>
    </p:spTree>
  </p:cSld>
  <p:clrMapOvr>
    <a:masterClrMapping/>
  </p:clrMapOvr>
  <p:transition spd="slow">
    <p:push/>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矩形 8"/>
          <p:cNvSpPr/>
          <p:nvPr/>
        </p:nvSpPr>
        <p:spPr>
          <a:xfrm flipH="1">
            <a:off x="1393190" y="0"/>
            <a:ext cx="490855" cy="1087120"/>
          </a:xfrm>
          <a:prstGeom prst="rect">
            <a:avLst/>
          </a:prstGeom>
          <a:solidFill>
            <a:srgbClr val="FFC0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sp>
        <p:nvSpPr>
          <p:cNvPr id="8195" name="矩形 3"/>
          <p:cNvSpPr/>
          <p:nvPr/>
        </p:nvSpPr>
        <p:spPr>
          <a:xfrm>
            <a:off x="587375" y="1529715"/>
            <a:ext cx="805815" cy="3592830"/>
          </a:xfrm>
          <a:prstGeom prst="rect">
            <a:avLst/>
          </a:prstGeom>
          <a:solidFill>
            <a:srgbClr val="203864"/>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grpSp>
        <p:nvGrpSpPr>
          <p:cNvPr id="8201" name="Group 10"/>
          <p:cNvGrpSpPr/>
          <p:nvPr/>
        </p:nvGrpSpPr>
        <p:grpSpPr>
          <a:xfrm>
            <a:off x="0" y="1087120"/>
            <a:ext cx="1884045" cy="443865"/>
            <a:chOff x="0" y="0"/>
            <a:chExt cx="3385877" cy="578062"/>
          </a:xfrm>
        </p:grpSpPr>
        <p:sp>
          <p:nvSpPr>
            <p:cNvPr id="8202" name="直角三角形 7"/>
            <p:cNvSpPr/>
            <p:nvPr/>
          </p:nvSpPr>
          <p:spPr>
            <a:xfrm rot="-10800000" flipH="1">
              <a:off x="2809877" y="2062"/>
              <a:ext cx="576000" cy="576000"/>
            </a:xfrm>
            <a:prstGeom prst="rtTriangle">
              <a:avLst/>
            </a:prstGeom>
            <a:solidFill>
              <a:srgbClr val="D09E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sp>
          <p:nvSpPr>
            <p:cNvPr id="8203" name="矩形 9"/>
            <p:cNvSpPr/>
            <p:nvPr/>
          </p:nvSpPr>
          <p:spPr>
            <a:xfrm flipH="1">
              <a:off x="0" y="0"/>
              <a:ext cx="2809876" cy="576000"/>
            </a:xfrm>
            <a:prstGeom prst="rect">
              <a:avLst/>
            </a:prstGeom>
            <a:solidFill>
              <a:srgbClr val="FFC0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grpSp>
      <p:sp>
        <p:nvSpPr>
          <p:cNvPr id="6" name="Title 5"/>
          <p:cNvSpPr>
            <a:spLocks noGrp="1"/>
          </p:cNvSpPr>
          <p:nvPr>
            <p:ph type="title"/>
          </p:nvPr>
        </p:nvSpPr>
        <p:spPr>
          <a:xfrm>
            <a:off x="457200" y="19101"/>
            <a:ext cx="8229600" cy="857250"/>
          </a:xfrm>
        </p:spPr>
        <p:txBody>
          <a:bodyPr/>
          <a:lstStyle/>
          <a:p>
            <a:r>
              <a:rPr lang="en-US" dirty="0"/>
              <a:t>Programing language</a:t>
            </a:r>
          </a:p>
        </p:txBody>
      </p:sp>
      <p:sp>
        <p:nvSpPr>
          <p:cNvPr id="7" name="Content Placeholder 6"/>
          <p:cNvSpPr>
            <a:spLocks noGrp="1"/>
          </p:cNvSpPr>
          <p:nvPr>
            <p:ph sz="half" idx="1"/>
          </p:nvPr>
        </p:nvSpPr>
        <p:spPr>
          <a:xfrm>
            <a:off x="1393190" y="885901"/>
            <a:ext cx="4038600" cy="3698773"/>
          </a:xfrm>
        </p:spPr>
        <p:txBody>
          <a:bodyPr/>
          <a:lstStyle/>
          <a:p>
            <a:r>
              <a:rPr lang="en-US" dirty="0"/>
              <a:t>        What is program</a:t>
            </a:r>
          </a:p>
          <a:p>
            <a:r>
              <a:rPr lang="en-US" dirty="0"/>
              <a:t>         Main Parts of           programing language</a:t>
            </a:r>
          </a:p>
          <a:p>
            <a:r>
              <a:rPr lang="en-US" dirty="0"/>
              <a:t>         Variables</a:t>
            </a:r>
          </a:p>
          <a:p>
            <a:r>
              <a:rPr lang="en-US" dirty="0"/>
              <a:t>         Operators</a:t>
            </a:r>
          </a:p>
          <a:p>
            <a:pPr marL="685800" lvl="2" indent="0">
              <a:buNone/>
            </a:pPr>
            <a:r>
              <a:rPr lang="en-US" dirty="0"/>
              <a:t>    </a:t>
            </a:r>
            <a:r>
              <a:rPr lang="en-US" sz="2800" b="1" dirty="0"/>
              <a:t>I</a:t>
            </a:r>
            <a:r>
              <a:rPr lang="en-US" sz="2800" dirty="0"/>
              <a:t>nputs</a:t>
            </a:r>
          </a:p>
          <a:p>
            <a:pPr marL="685800" lvl="2" indent="0">
              <a:buNone/>
            </a:pPr>
            <a:r>
              <a:rPr lang="en-US" sz="2800" dirty="0"/>
              <a:t>   Output Statement</a:t>
            </a:r>
          </a:p>
          <a:p>
            <a:pPr marL="685800" lvl="2" indent="0">
              <a:buNone/>
            </a:pPr>
            <a:endParaRPr lang="en-US" dirty="0"/>
          </a:p>
        </p:txBody>
      </p:sp>
      <p:sp>
        <p:nvSpPr>
          <p:cNvPr id="8" name="Content Placeholder 7"/>
          <p:cNvSpPr>
            <a:spLocks noGrp="1"/>
          </p:cNvSpPr>
          <p:nvPr>
            <p:ph sz="half" idx="2"/>
          </p:nvPr>
        </p:nvSpPr>
        <p:spPr>
          <a:xfrm>
            <a:off x="4994035" y="863257"/>
            <a:ext cx="4280140" cy="3717874"/>
          </a:xfrm>
        </p:spPr>
        <p:txBody>
          <a:bodyPr/>
          <a:lstStyle/>
          <a:p>
            <a:pPr marL="0" indent="0">
              <a:buNone/>
            </a:pPr>
            <a:r>
              <a:rPr lang="en-US" dirty="0"/>
              <a:t> Control structure</a:t>
            </a:r>
          </a:p>
          <a:p>
            <a:r>
              <a:rPr lang="en-US" dirty="0"/>
              <a:t>    </a:t>
            </a:r>
            <a:r>
              <a:rPr lang="en-US" b="1" dirty="0"/>
              <a:t>Sequential</a:t>
            </a:r>
          </a:p>
          <a:p>
            <a:r>
              <a:rPr lang="en-US" b="1" dirty="0"/>
              <a:t>     Selection(conditionals)</a:t>
            </a:r>
          </a:p>
          <a:p>
            <a:r>
              <a:rPr lang="en-US" b="1" dirty="0"/>
              <a:t>     Iteration (Loops)</a:t>
            </a:r>
          </a:p>
          <a:p>
            <a:r>
              <a:rPr lang="en-US" b="1" dirty="0"/>
              <a:t>     Function</a:t>
            </a:r>
          </a:p>
          <a:p>
            <a:r>
              <a:rPr lang="en-US" b="1" dirty="0"/>
              <a:t>     Arrays</a:t>
            </a:r>
          </a:p>
          <a:p>
            <a:pPr marL="0" indent="0">
              <a:buNone/>
            </a:pPr>
            <a:endParaRPr lang="en-US" b="1" dirty="0"/>
          </a:p>
          <a:p>
            <a:pPr marL="0" indent="0">
              <a:buNone/>
            </a:pPr>
            <a:endParaRPr lang="en-US" b="1" dirty="0"/>
          </a:p>
          <a:p>
            <a:pPr marL="0" indent="0">
              <a:buNone/>
            </a:pPr>
            <a:endParaRPr lang="en-US" dirty="0"/>
          </a:p>
          <a:p>
            <a:pPr marL="0" indent="0">
              <a:buNone/>
            </a:pPr>
            <a:r>
              <a:rPr lang="en-US" dirty="0"/>
              <a:t>    </a:t>
            </a:r>
          </a:p>
        </p:txBody>
      </p:sp>
    </p:spTree>
  </p:cSld>
  <p:clrMapOvr>
    <a:masterClrMapping/>
  </p:clrMapOvr>
  <p:transition spd="slow">
    <p:push/>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矩形 8"/>
          <p:cNvSpPr/>
          <p:nvPr/>
        </p:nvSpPr>
        <p:spPr>
          <a:xfrm flipH="1">
            <a:off x="1393190" y="0"/>
            <a:ext cx="490855" cy="1087120"/>
          </a:xfrm>
          <a:prstGeom prst="rect">
            <a:avLst/>
          </a:prstGeom>
          <a:solidFill>
            <a:srgbClr val="FFC0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sp>
        <p:nvSpPr>
          <p:cNvPr id="8195" name="矩形 3"/>
          <p:cNvSpPr/>
          <p:nvPr/>
        </p:nvSpPr>
        <p:spPr>
          <a:xfrm>
            <a:off x="587375" y="1529715"/>
            <a:ext cx="805815" cy="3592830"/>
          </a:xfrm>
          <a:prstGeom prst="rect">
            <a:avLst/>
          </a:prstGeom>
          <a:solidFill>
            <a:srgbClr val="203864"/>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grpSp>
        <p:nvGrpSpPr>
          <p:cNvPr id="8201" name="Group 10"/>
          <p:cNvGrpSpPr/>
          <p:nvPr/>
        </p:nvGrpSpPr>
        <p:grpSpPr>
          <a:xfrm>
            <a:off x="0" y="1087120"/>
            <a:ext cx="1884045" cy="443865"/>
            <a:chOff x="0" y="0"/>
            <a:chExt cx="3385877" cy="578062"/>
          </a:xfrm>
        </p:grpSpPr>
        <p:sp>
          <p:nvSpPr>
            <p:cNvPr id="8202" name="直角三角形 7"/>
            <p:cNvSpPr/>
            <p:nvPr/>
          </p:nvSpPr>
          <p:spPr>
            <a:xfrm rot="-10800000" flipH="1">
              <a:off x="2809877" y="2062"/>
              <a:ext cx="576000" cy="576000"/>
            </a:xfrm>
            <a:prstGeom prst="rtTriangle">
              <a:avLst/>
            </a:prstGeom>
            <a:solidFill>
              <a:srgbClr val="D09E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sp>
          <p:nvSpPr>
            <p:cNvPr id="8203" name="矩形 9"/>
            <p:cNvSpPr/>
            <p:nvPr/>
          </p:nvSpPr>
          <p:spPr>
            <a:xfrm flipH="1">
              <a:off x="0" y="0"/>
              <a:ext cx="2809876" cy="576000"/>
            </a:xfrm>
            <a:prstGeom prst="rect">
              <a:avLst/>
            </a:prstGeom>
            <a:solidFill>
              <a:srgbClr val="FFC0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grpSp>
      <p:sp>
        <p:nvSpPr>
          <p:cNvPr id="8204" name="矩形 10"/>
          <p:cNvSpPr/>
          <p:nvPr/>
        </p:nvSpPr>
        <p:spPr>
          <a:xfrm>
            <a:off x="2053590" y="0"/>
            <a:ext cx="6576060" cy="1323439"/>
          </a:xfrm>
          <a:prstGeom prst="rect">
            <a:avLst/>
          </a:prstGeom>
          <a:noFill/>
          <a:ln w="9525">
            <a:noFill/>
          </a:ln>
        </p:spPr>
        <p:txBody>
          <a:bodyPr wrap="square" anchor="t" anchorCtr="0">
            <a:spAutoFit/>
          </a:bodyPr>
          <a:lstStyle/>
          <a:p>
            <a:r>
              <a:rPr lang="en-US" sz="4000" b="1" dirty="0"/>
              <a:t>Sequential</a:t>
            </a:r>
          </a:p>
          <a:p>
            <a:endParaRPr lang="en-GB" altLang="zh-CN" sz="4000" b="1" dirty="0">
              <a:gradFill>
                <a:gsLst>
                  <a:gs pos="0">
                    <a:srgbClr val="012D86"/>
                  </a:gs>
                  <a:gs pos="100000">
                    <a:srgbClr val="0E2557"/>
                  </a:gs>
                </a:gsLst>
                <a:lin scaled="0"/>
              </a:gradFill>
              <a:latin typeface="Microsoft YaHei" panose="020B0503020204020204" pitchFamily="34" charset="-122"/>
              <a:ea typeface="Microsoft YaHei" panose="020B0503020204020204" pitchFamily="34" charset="-122"/>
            </a:endParaRPr>
          </a:p>
        </p:txBody>
      </p:sp>
      <p:sp>
        <p:nvSpPr>
          <p:cNvPr id="2" name="Text Box 1"/>
          <p:cNvSpPr txBox="1"/>
          <p:nvPr/>
        </p:nvSpPr>
        <p:spPr>
          <a:xfrm>
            <a:off x="1742716" y="653491"/>
            <a:ext cx="7096760" cy="1631216"/>
          </a:xfrm>
          <a:prstGeom prst="rect">
            <a:avLst/>
          </a:prstGeom>
          <a:noFill/>
        </p:spPr>
        <p:txBody>
          <a:bodyPr wrap="square" rtlCol="0">
            <a:spAutoFit/>
          </a:bodyPr>
          <a:lstStyle/>
          <a:p>
            <a:pPr marL="342900" indent="-342900">
              <a:buFont typeface="Arial" panose="020B0604020202020204" pitchFamily="34" charset="0"/>
              <a:buChar char="•"/>
            </a:pPr>
            <a:r>
              <a:rPr lang="en-US" sz="2000" dirty="0"/>
              <a:t>The most basic control flow is </a:t>
            </a:r>
            <a:r>
              <a:rPr lang="en-US" sz="2000" b="1" dirty="0"/>
              <a:t>sequential control flow</a:t>
            </a:r>
            <a:r>
              <a:rPr lang="en-US" sz="2000" dirty="0"/>
              <a:t>. It involves the execution of code statements one after the other. A real-world example is following a cooking recipe.</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GB" altLang="en-US" sz="2000" dirty="0"/>
          </a:p>
        </p:txBody>
      </p:sp>
      <p:pic>
        <p:nvPicPr>
          <p:cNvPr id="3" name="Picture 2"/>
          <p:cNvPicPr>
            <a:picLocks noChangeAspect="1"/>
          </p:cNvPicPr>
          <p:nvPr/>
        </p:nvPicPr>
        <p:blipFill>
          <a:blip r:embed="rId2"/>
          <a:stretch>
            <a:fillRect/>
          </a:stretch>
        </p:blipFill>
        <p:spPr>
          <a:xfrm>
            <a:off x="6725481" y="1741018"/>
            <a:ext cx="2293177" cy="3471281"/>
          </a:xfrm>
          <a:prstGeom prst="rect">
            <a:avLst/>
          </a:prstGeom>
        </p:spPr>
      </p:pic>
    </p:spTree>
    <p:extLst>
      <p:ext uri="{BB962C8B-B14F-4D97-AF65-F5344CB8AC3E}">
        <p14:creationId xmlns:p14="http://schemas.microsoft.com/office/powerpoint/2010/main" val="3547541974"/>
      </p:ext>
    </p:extLst>
  </p:cSld>
  <p:clrMapOvr>
    <a:masterClrMapping/>
  </p:clrMapOvr>
  <p:transition spd="slow">
    <p:push/>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矩形 8"/>
          <p:cNvSpPr/>
          <p:nvPr/>
        </p:nvSpPr>
        <p:spPr>
          <a:xfrm flipH="1">
            <a:off x="1393190" y="0"/>
            <a:ext cx="490855" cy="1087120"/>
          </a:xfrm>
          <a:prstGeom prst="rect">
            <a:avLst/>
          </a:prstGeom>
          <a:solidFill>
            <a:srgbClr val="FFC0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sp>
        <p:nvSpPr>
          <p:cNvPr id="8195" name="矩形 3"/>
          <p:cNvSpPr/>
          <p:nvPr/>
        </p:nvSpPr>
        <p:spPr>
          <a:xfrm>
            <a:off x="587375" y="1529715"/>
            <a:ext cx="805815" cy="3592830"/>
          </a:xfrm>
          <a:prstGeom prst="rect">
            <a:avLst/>
          </a:prstGeom>
          <a:solidFill>
            <a:srgbClr val="203864"/>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grpSp>
        <p:nvGrpSpPr>
          <p:cNvPr id="8201" name="Group 10"/>
          <p:cNvGrpSpPr/>
          <p:nvPr/>
        </p:nvGrpSpPr>
        <p:grpSpPr>
          <a:xfrm>
            <a:off x="0" y="1087120"/>
            <a:ext cx="1884045" cy="443865"/>
            <a:chOff x="0" y="0"/>
            <a:chExt cx="3385877" cy="578062"/>
          </a:xfrm>
        </p:grpSpPr>
        <p:sp>
          <p:nvSpPr>
            <p:cNvPr id="8202" name="直角三角形 7"/>
            <p:cNvSpPr/>
            <p:nvPr/>
          </p:nvSpPr>
          <p:spPr>
            <a:xfrm rot="-10800000" flipH="1">
              <a:off x="2809877" y="2062"/>
              <a:ext cx="576000" cy="576000"/>
            </a:xfrm>
            <a:prstGeom prst="rtTriangle">
              <a:avLst/>
            </a:prstGeom>
            <a:solidFill>
              <a:srgbClr val="D09E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sp>
          <p:nvSpPr>
            <p:cNvPr id="8203" name="矩形 9"/>
            <p:cNvSpPr/>
            <p:nvPr/>
          </p:nvSpPr>
          <p:spPr>
            <a:xfrm flipH="1">
              <a:off x="0" y="0"/>
              <a:ext cx="2809876" cy="576000"/>
            </a:xfrm>
            <a:prstGeom prst="rect">
              <a:avLst/>
            </a:prstGeom>
            <a:solidFill>
              <a:srgbClr val="FFC0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grpSp>
      <p:sp>
        <p:nvSpPr>
          <p:cNvPr id="8204" name="矩形 10"/>
          <p:cNvSpPr/>
          <p:nvPr/>
        </p:nvSpPr>
        <p:spPr>
          <a:xfrm>
            <a:off x="2053590" y="0"/>
            <a:ext cx="6576060" cy="1323439"/>
          </a:xfrm>
          <a:prstGeom prst="rect">
            <a:avLst/>
          </a:prstGeom>
          <a:noFill/>
          <a:ln w="9525">
            <a:noFill/>
          </a:ln>
        </p:spPr>
        <p:txBody>
          <a:bodyPr wrap="square" anchor="t" anchorCtr="0">
            <a:spAutoFit/>
          </a:bodyPr>
          <a:lstStyle/>
          <a:p>
            <a:r>
              <a:rPr lang="en-US" sz="4000" b="1" dirty="0"/>
              <a:t>Selection (conditionals)</a:t>
            </a:r>
          </a:p>
          <a:p>
            <a:endParaRPr lang="en-GB" altLang="zh-CN" sz="4000" b="1" dirty="0">
              <a:gradFill>
                <a:gsLst>
                  <a:gs pos="0">
                    <a:srgbClr val="012D86"/>
                  </a:gs>
                  <a:gs pos="100000">
                    <a:srgbClr val="0E2557"/>
                  </a:gs>
                </a:gsLst>
                <a:lin scaled="0"/>
              </a:gradFill>
              <a:latin typeface="Microsoft YaHei" panose="020B0503020204020204" pitchFamily="34" charset="-122"/>
              <a:ea typeface="Microsoft YaHei" panose="020B0503020204020204" pitchFamily="34" charset="-122"/>
            </a:endParaRPr>
          </a:p>
        </p:txBody>
      </p:sp>
      <p:sp>
        <p:nvSpPr>
          <p:cNvPr id="2" name="Text Box 1"/>
          <p:cNvSpPr txBox="1"/>
          <p:nvPr/>
        </p:nvSpPr>
        <p:spPr>
          <a:xfrm>
            <a:off x="1742716" y="653491"/>
            <a:ext cx="7096760" cy="3170099"/>
          </a:xfrm>
          <a:prstGeom prst="rect">
            <a:avLst/>
          </a:prstGeom>
          <a:noFill/>
        </p:spPr>
        <p:txBody>
          <a:bodyPr wrap="square" rtlCol="0">
            <a:spAutoFit/>
          </a:bodyPr>
          <a:lstStyle/>
          <a:p>
            <a:pPr marL="342900" indent="-342900">
              <a:buFont typeface="Arial" panose="020B0604020202020204" pitchFamily="34" charset="0"/>
              <a:buChar char="•"/>
            </a:pPr>
            <a:r>
              <a:rPr lang="en-GB" altLang="en-US" sz="2000" dirty="0"/>
              <a:t>In the condition statement  Execute the statement or set of statement on the base of condition .If the condition is true control move the first side and execute the first statement otherwise it move second side and execute other side statements</a:t>
            </a:r>
          </a:p>
          <a:p>
            <a:r>
              <a:rPr lang="en-US" altLang="en-US" sz="2000" dirty="0"/>
              <a:t>     If</a:t>
            </a:r>
          </a:p>
          <a:p>
            <a:r>
              <a:rPr lang="en-US" altLang="en-US" sz="2000" dirty="0"/>
              <a:t>     </a:t>
            </a:r>
            <a:r>
              <a:rPr lang="en-US" altLang="en-US" sz="2000" dirty="0" err="1"/>
              <a:t>Ifelse</a:t>
            </a:r>
            <a:endParaRPr lang="en-US" altLang="en-US" sz="2000" dirty="0"/>
          </a:p>
          <a:p>
            <a:r>
              <a:rPr lang="en-US" altLang="en-US" sz="2000" dirty="0"/>
              <a:t>     Multiple </a:t>
            </a:r>
            <a:r>
              <a:rPr lang="en-US" altLang="en-US" sz="2000" dirty="0" err="1"/>
              <a:t>ifelse</a:t>
            </a:r>
            <a:endParaRPr lang="en-US" altLang="en-US" sz="2000" dirty="0"/>
          </a:p>
          <a:p>
            <a:r>
              <a:rPr lang="en-US" altLang="en-US" sz="2000" dirty="0"/>
              <a:t>     Nested </a:t>
            </a:r>
            <a:r>
              <a:rPr lang="en-US" altLang="en-US" sz="2000" dirty="0" err="1"/>
              <a:t>ifelse</a:t>
            </a:r>
            <a:endParaRPr lang="en-US" altLang="en-US" sz="2000" dirty="0"/>
          </a:p>
          <a:p>
            <a:r>
              <a:rPr lang="en-US" altLang="en-US" sz="2000" dirty="0"/>
              <a:t>     Switch</a:t>
            </a:r>
            <a:endParaRPr lang="en-GB" altLang="en-US" sz="2000" dirty="0"/>
          </a:p>
        </p:txBody>
      </p:sp>
      <p:pic>
        <p:nvPicPr>
          <p:cNvPr id="3" name="Picture 2"/>
          <p:cNvPicPr>
            <a:picLocks noChangeAspect="1"/>
          </p:cNvPicPr>
          <p:nvPr/>
        </p:nvPicPr>
        <p:blipFill>
          <a:blip r:embed="rId2"/>
          <a:stretch>
            <a:fillRect/>
          </a:stretch>
        </p:blipFill>
        <p:spPr>
          <a:xfrm>
            <a:off x="6725481" y="2238451"/>
            <a:ext cx="2293177" cy="2973848"/>
          </a:xfrm>
          <a:prstGeom prst="rect">
            <a:avLst/>
          </a:prstGeom>
        </p:spPr>
      </p:pic>
      <p:pic>
        <p:nvPicPr>
          <p:cNvPr id="4" name="Picture 3"/>
          <p:cNvPicPr>
            <a:picLocks noChangeAspect="1"/>
          </p:cNvPicPr>
          <p:nvPr/>
        </p:nvPicPr>
        <p:blipFill>
          <a:blip r:embed="rId3"/>
          <a:stretch>
            <a:fillRect/>
          </a:stretch>
        </p:blipFill>
        <p:spPr>
          <a:xfrm>
            <a:off x="6013094" y="2238451"/>
            <a:ext cx="3130906" cy="2973848"/>
          </a:xfrm>
          <a:prstGeom prst="rect">
            <a:avLst/>
          </a:prstGeom>
        </p:spPr>
      </p:pic>
    </p:spTree>
    <p:extLst>
      <p:ext uri="{BB962C8B-B14F-4D97-AF65-F5344CB8AC3E}">
        <p14:creationId xmlns:p14="http://schemas.microsoft.com/office/powerpoint/2010/main" val="3482424625"/>
      </p:ext>
    </p:extLst>
  </p:cSld>
  <p:clrMapOvr>
    <a:masterClrMapping/>
  </p:clrMapOvr>
  <p:transition spd="slow">
    <p:push/>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矩形 8"/>
          <p:cNvSpPr/>
          <p:nvPr/>
        </p:nvSpPr>
        <p:spPr>
          <a:xfrm flipH="1">
            <a:off x="1393190" y="0"/>
            <a:ext cx="490855" cy="1087120"/>
          </a:xfrm>
          <a:prstGeom prst="rect">
            <a:avLst/>
          </a:prstGeom>
          <a:solidFill>
            <a:srgbClr val="FFC0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sp>
        <p:nvSpPr>
          <p:cNvPr id="8195" name="矩形 3"/>
          <p:cNvSpPr/>
          <p:nvPr/>
        </p:nvSpPr>
        <p:spPr>
          <a:xfrm>
            <a:off x="587375" y="1529715"/>
            <a:ext cx="805815" cy="3592830"/>
          </a:xfrm>
          <a:prstGeom prst="rect">
            <a:avLst/>
          </a:prstGeom>
          <a:solidFill>
            <a:srgbClr val="203864"/>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grpSp>
        <p:nvGrpSpPr>
          <p:cNvPr id="8201" name="Group 10"/>
          <p:cNvGrpSpPr/>
          <p:nvPr/>
        </p:nvGrpSpPr>
        <p:grpSpPr>
          <a:xfrm>
            <a:off x="0" y="1087120"/>
            <a:ext cx="1884045" cy="443865"/>
            <a:chOff x="0" y="0"/>
            <a:chExt cx="3385877" cy="578062"/>
          </a:xfrm>
        </p:grpSpPr>
        <p:sp>
          <p:nvSpPr>
            <p:cNvPr id="8202" name="直角三角形 7"/>
            <p:cNvSpPr/>
            <p:nvPr/>
          </p:nvSpPr>
          <p:spPr>
            <a:xfrm rot="-10800000" flipH="1">
              <a:off x="2809877" y="2062"/>
              <a:ext cx="576000" cy="576000"/>
            </a:xfrm>
            <a:prstGeom prst="rtTriangle">
              <a:avLst/>
            </a:prstGeom>
            <a:solidFill>
              <a:srgbClr val="D09E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sp>
          <p:nvSpPr>
            <p:cNvPr id="8203" name="矩形 9"/>
            <p:cNvSpPr/>
            <p:nvPr/>
          </p:nvSpPr>
          <p:spPr>
            <a:xfrm flipH="1">
              <a:off x="0" y="0"/>
              <a:ext cx="2809876" cy="576000"/>
            </a:xfrm>
            <a:prstGeom prst="rect">
              <a:avLst/>
            </a:prstGeom>
            <a:solidFill>
              <a:srgbClr val="FFC0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grpSp>
      <p:sp>
        <p:nvSpPr>
          <p:cNvPr id="8204" name="矩形 10"/>
          <p:cNvSpPr/>
          <p:nvPr/>
        </p:nvSpPr>
        <p:spPr>
          <a:xfrm>
            <a:off x="2053590" y="0"/>
            <a:ext cx="6576060" cy="1938992"/>
          </a:xfrm>
          <a:prstGeom prst="rect">
            <a:avLst/>
          </a:prstGeom>
          <a:noFill/>
          <a:ln w="9525">
            <a:noFill/>
          </a:ln>
        </p:spPr>
        <p:txBody>
          <a:bodyPr wrap="square" anchor="t" anchorCtr="0">
            <a:spAutoFit/>
          </a:bodyPr>
          <a:lstStyle/>
          <a:p>
            <a:r>
              <a:rPr lang="en-US" sz="4000" b="1" dirty="0"/>
              <a:t>Iteration (Loops)</a:t>
            </a:r>
          </a:p>
          <a:p>
            <a:endParaRPr lang="en-US" sz="4000" b="1" dirty="0"/>
          </a:p>
          <a:p>
            <a:endParaRPr lang="en-GB" altLang="zh-CN" sz="4000" b="1" dirty="0">
              <a:gradFill>
                <a:gsLst>
                  <a:gs pos="0">
                    <a:srgbClr val="012D86"/>
                  </a:gs>
                  <a:gs pos="100000">
                    <a:srgbClr val="0E2557"/>
                  </a:gs>
                </a:gsLst>
                <a:lin scaled="0"/>
              </a:gradFill>
              <a:latin typeface="Microsoft YaHei" panose="020B0503020204020204" pitchFamily="34" charset="-122"/>
              <a:ea typeface="Microsoft YaHei" panose="020B0503020204020204" pitchFamily="34" charset="-122"/>
            </a:endParaRPr>
          </a:p>
        </p:txBody>
      </p:sp>
      <p:sp>
        <p:nvSpPr>
          <p:cNvPr id="2" name="Text Box 1"/>
          <p:cNvSpPr txBox="1"/>
          <p:nvPr/>
        </p:nvSpPr>
        <p:spPr>
          <a:xfrm>
            <a:off x="1742716" y="653491"/>
            <a:ext cx="7096760" cy="2554545"/>
          </a:xfrm>
          <a:prstGeom prst="rect">
            <a:avLst/>
          </a:prstGeom>
          <a:noFill/>
        </p:spPr>
        <p:txBody>
          <a:bodyPr wrap="square" rtlCol="0">
            <a:spAutoFit/>
          </a:bodyPr>
          <a:lstStyle/>
          <a:p>
            <a:pPr marL="342900" indent="-342900">
              <a:buFont typeface="Arial" panose="020B0604020202020204" pitchFamily="34" charset="0"/>
              <a:buChar char="•"/>
            </a:pPr>
            <a:r>
              <a:rPr lang="en-US" sz="2000" dirty="0"/>
              <a:t>A </a:t>
            </a:r>
            <a:r>
              <a:rPr lang="en-US" sz="2000" b="1" dirty="0"/>
              <a:t>loop</a:t>
            </a:r>
            <a:r>
              <a:rPr lang="en-US" sz="2000" dirty="0"/>
              <a:t> is a programming structure that allows a statement or block of code to be run repeatedly until a specified condition is remain true.</a:t>
            </a:r>
          </a:p>
          <a:p>
            <a:pPr marL="342900" indent="-342900">
              <a:buFont typeface="Arial" panose="020B0604020202020204" pitchFamily="34" charset="0"/>
              <a:buChar char="•"/>
            </a:pPr>
            <a:r>
              <a:rPr lang="en-US" sz="2000" dirty="0"/>
              <a:t>For loop</a:t>
            </a:r>
          </a:p>
          <a:p>
            <a:pPr marL="342900" indent="-342900">
              <a:buFont typeface="Arial" panose="020B0604020202020204" pitchFamily="34" charset="0"/>
              <a:buChar char="•"/>
            </a:pPr>
            <a:r>
              <a:rPr lang="en-US" sz="2000" dirty="0"/>
              <a:t>While loop</a:t>
            </a:r>
          </a:p>
          <a:p>
            <a:pPr marL="342900" indent="-342900">
              <a:buFont typeface="Arial" panose="020B0604020202020204" pitchFamily="34" charset="0"/>
              <a:buChar char="•"/>
            </a:pPr>
            <a:r>
              <a:rPr lang="en-US" sz="2000" dirty="0"/>
              <a:t>Do while loop</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GB" altLang="en-US" sz="2000" dirty="0"/>
          </a:p>
        </p:txBody>
      </p:sp>
      <p:pic>
        <p:nvPicPr>
          <p:cNvPr id="3" name="Picture 2"/>
          <p:cNvPicPr>
            <a:picLocks noChangeAspect="1"/>
          </p:cNvPicPr>
          <p:nvPr/>
        </p:nvPicPr>
        <p:blipFill>
          <a:blip r:embed="rId2"/>
          <a:stretch>
            <a:fillRect/>
          </a:stretch>
        </p:blipFill>
        <p:spPr>
          <a:xfrm>
            <a:off x="7566730" y="2592483"/>
            <a:ext cx="838436" cy="537886"/>
          </a:xfrm>
          <a:prstGeom prst="rect">
            <a:avLst/>
          </a:prstGeom>
        </p:spPr>
      </p:pic>
      <p:pic>
        <p:nvPicPr>
          <p:cNvPr id="4" name="Picture 3"/>
          <p:cNvPicPr>
            <a:picLocks noChangeAspect="1"/>
          </p:cNvPicPr>
          <p:nvPr/>
        </p:nvPicPr>
        <p:blipFill>
          <a:blip r:embed="rId3"/>
          <a:stretch>
            <a:fillRect/>
          </a:stretch>
        </p:blipFill>
        <p:spPr>
          <a:xfrm>
            <a:off x="6459321" y="2194560"/>
            <a:ext cx="2572649" cy="2839212"/>
          </a:xfrm>
          <a:prstGeom prst="rect">
            <a:avLst/>
          </a:prstGeom>
        </p:spPr>
      </p:pic>
    </p:spTree>
    <p:extLst>
      <p:ext uri="{BB962C8B-B14F-4D97-AF65-F5344CB8AC3E}">
        <p14:creationId xmlns:p14="http://schemas.microsoft.com/office/powerpoint/2010/main" val="2750195115"/>
      </p:ext>
    </p:extLst>
  </p:cSld>
  <p:clrMapOvr>
    <a:masterClrMapping/>
  </p:clrMapOvr>
  <p:transition spd="slow">
    <p:push/>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525145"/>
          </a:xfrm>
        </p:spPr>
        <p:txBody>
          <a:bodyPr/>
          <a:lstStyle/>
          <a:p>
            <a:r>
              <a:rPr lang="en-US" dirty="0"/>
              <a:t>Functions</a:t>
            </a:r>
          </a:p>
        </p:txBody>
      </p:sp>
      <p:sp>
        <p:nvSpPr>
          <p:cNvPr id="3" name="Content Placeholder 2"/>
          <p:cNvSpPr>
            <a:spLocks noGrp="1"/>
          </p:cNvSpPr>
          <p:nvPr>
            <p:ph idx="1"/>
          </p:nvPr>
        </p:nvSpPr>
        <p:spPr>
          <a:xfrm>
            <a:off x="457200" y="460248"/>
            <a:ext cx="8229600" cy="4485132"/>
          </a:xfrm>
        </p:spPr>
        <p:txBody>
          <a:bodyPr/>
          <a:lstStyle/>
          <a:p>
            <a:r>
              <a:rPr lang="en-US" dirty="0"/>
              <a:t>A function is a block of organized, reusable code that is used to perform a single, related action.   </a:t>
            </a:r>
          </a:p>
          <a:p>
            <a:pPr marL="0" indent="0">
              <a:buNone/>
            </a:pPr>
            <a:r>
              <a:rPr lang="en-US" sz="1600" dirty="0"/>
              <a:t> Advantage </a:t>
            </a:r>
          </a:p>
          <a:p>
            <a:r>
              <a:rPr lang="en-US" sz="1600" dirty="0"/>
              <a:t>It makes our code short . </a:t>
            </a:r>
          </a:p>
          <a:p>
            <a:r>
              <a:rPr lang="en-US" sz="1600" dirty="0"/>
              <a:t>Reusable.</a:t>
            </a:r>
          </a:p>
          <a:p>
            <a:r>
              <a:rPr lang="en-US" sz="1600" dirty="0"/>
              <a:t>Time saving.</a:t>
            </a:r>
          </a:p>
          <a:p>
            <a:pPr marL="0" indent="0">
              <a:buNone/>
            </a:pPr>
            <a:r>
              <a:rPr lang="en-US" sz="1800" dirty="0"/>
              <a:t>function to sum of two numbers</a:t>
            </a:r>
          </a:p>
          <a:p>
            <a:pPr marL="0" indent="0">
              <a:buNone/>
            </a:pPr>
            <a:r>
              <a:rPr lang="en-US" sz="1800" dirty="0"/>
              <a:t>&lt;script&gt;</a:t>
            </a:r>
            <a:br>
              <a:rPr lang="en-US" sz="1800" dirty="0"/>
            </a:br>
            <a:r>
              <a:rPr lang="en-US" sz="1800" dirty="0"/>
              <a:t>function sum(a, b) {</a:t>
            </a:r>
            <a:br>
              <a:rPr lang="en-US" sz="1800" dirty="0"/>
            </a:br>
            <a:r>
              <a:rPr lang="en-US" sz="1800" dirty="0"/>
              <a:t>return a + b;</a:t>
            </a:r>
            <a:br>
              <a:rPr lang="en-US" sz="1800" dirty="0"/>
            </a:br>
            <a:r>
              <a:rPr lang="en-US" sz="1800" dirty="0"/>
              <a:t>}</a:t>
            </a:r>
            <a:br>
              <a:rPr lang="en-US" sz="1800" dirty="0"/>
            </a:br>
            <a:br>
              <a:rPr lang="en-US" sz="1800" dirty="0"/>
            </a:br>
            <a:r>
              <a:rPr lang="en-US" sz="1800" dirty="0"/>
              <a:t>let total = sum(4, 5);</a:t>
            </a:r>
            <a:br>
              <a:rPr lang="en-US" sz="1800" dirty="0"/>
            </a:br>
            <a:br>
              <a:rPr lang="en-US" sz="1800" dirty="0"/>
            </a:br>
            <a:r>
              <a:rPr lang="en-US" sz="1800" dirty="0" err="1"/>
              <a:t>document.write</a:t>
            </a:r>
            <a:r>
              <a:rPr lang="en-US" sz="1800" dirty="0"/>
              <a:t>("The sum is: " + total);</a:t>
            </a:r>
            <a:br>
              <a:rPr lang="en-US" sz="1800" dirty="0"/>
            </a:br>
            <a:r>
              <a:rPr lang="en-US" sz="1800" dirty="0"/>
              <a:t>&lt;/script&gt;</a:t>
            </a:r>
            <a:br>
              <a:rPr lang="en-US" sz="1800" dirty="0"/>
            </a:br>
            <a:endParaRPr lang="en-US" sz="1800" dirty="0"/>
          </a:p>
          <a:p>
            <a:pPr marL="0" indent="0">
              <a:buNone/>
            </a:pPr>
            <a:endParaRPr lang="en-US" dirty="0"/>
          </a:p>
        </p:txBody>
      </p:sp>
    </p:spTree>
    <p:extLst>
      <p:ext uri="{BB962C8B-B14F-4D97-AF65-F5344CB8AC3E}">
        <p14:creationId xmlns:p14="http://schemas.microsoft.com/office/powerpoint/2010/main" val="30816407"/>
      </p:ext>
    </p:extLst>
  </p:cSld>
  <p:clrMapOvr>
    <a:masterClrMapping/>
  </p:clrMapOvr>
  <p:transition spd="slow">
    <p:push/>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071"/>
            <a:ext cx="8229600" cy="466623"/>
          </a:xfrm>
        </p:spPr>
        <p:txBody>
          <a:bodyPr/>
          <a:lstStyle/>
          <a:p>
            <a:r>
              <a:rPr lang="en-US" dirty="0"/>
              <a:t>What is Array</a:t>
            </a:r>
          </a:p>
        </p:txBody>
      </p:sp>
      <p:sp>
        <p:nvSpPr>
          <p:cNvPr id="3" name="Content Placeholder 2"/>
          <p:cNvSpPr>
            <a:spLocks noGrp="1"/>
          </p:cNvSpPr>
          <p:nvPr>
            <p:ph idx="1"/>
          </p:nvPr>
        </p:nvSpPr>
        <p:spPr>
          <a:xfrm>
            <a:off x="457200" y="607162"/>
            <a:ext cx="8229600" cy="3987063"/>
          </a:xfrm>
        </p:spPr>
        <p:txBody>
          <a:bodyPr/>
          <a:lstStyle/>
          <a:p>
            <a:r>
              <a:rPr lang="en-US" dirty="0"/>
              <a:t>An array is a collection of elements of the same type placed in contiguous memory locations that can be individually referenced by using an index to a unique identifier.</a:t>
            </a:r>
          </a:p>
          <a:p>
            <a:pPr marL="0" indent="0">
              <a:buNone/>
            </a:pPr>
            <a:r>
              <a:rPr lang="en-US" dirty="0"/>
              <a:t>&lt;script&gt;</a:t>
            </a:r>
            <a:br>
              <a:rPr lang="en-US" dirty="0"/>
            </a:br>
            <a:r>
              <a:rPr lang="en-US" dirty="0"/>
              <a:t>let numbers = [4, 6, 9, 12, 54];</a:t>
            </a:r>
            <a:br>
              <a:rPr lang="en-US" dirty="0"/>
            </a:br>
            <a:br>
              <a:rPr lang="en-US" dirty="0"/>
            </a:br>
            <a:r>
              <a:rPr lang="en-US" dirty="0"/>
              <a:t>// Accessing first element</a:t>
            </a:r>
            <a:br>
              <a:rPr lang="en-US" dirty="0"/>
            </a:br>
            <a:r>
              <a:rPr lang="en-US" dirty="0"/>
              <a:t>console.log("The first element of array is: " + numbers[0]);</a:t>
            </a:r>
            <a:br>
              <a:rPr lang="en-US" dirty="0"/>
            </a:br>
            <a:br>
              <a:rPr lang="en-US" dirty="0"/>
            </a:br>
            <a:r>
              <a:rPr lang="en-US" dirty="0"/>
              <a:t>// Printing full array</a:t>
            </a:r>
            <a:br>
              <a:rPr lang="en-US" dirty="0"/>
            </a:br>
            <a:r>
              <a:rPr lang="en-US" dirty="0"/>
              <a:t>console.log("Full array is: ", numbers);</a:t>
            </a:r>
            <a:br>
              <a:rPr lang="en-US" dirty="0"/>
            </a:br>
            <a:r>
              <a:rPr lang="en-US" dirty="0"/>
              <a:t>&lt;/script&gt;</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82982" y="3344913"/>
            <a:ext cx="3171825" cy="1438275"/>
          </a:xfrm>
          <a:prstGeom prst="rect">
            <a:avLst/>
          </a:prstGeom>
        </p:spPr>
      </p:pic>
    </p:spTree>
    <p:extLst>
      <p:ext uri="{BB962C8B-B14F-4D97-AF65-F5344CB8AC3E}">
        <p14:creationId xmlns:p14="http://schemas.microsoft.com/office/powerpoint/2010/main" val="4148595198"/>
      </p:ext>
    </p:extLst>
  </p:cSld>
  <p:clrMapOvr>
    <a:masterClrMapping/>
  </p:clrMapOvr>
  <p:transition spd="slow">
    <p:push/>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2755"/>
            <a:ext cx="8229600" cy="532460"/>
          </a:xfrm>
        </p:spPr>
        <p:txBody>
          <a:bodyPr/>
          <a:lstStyle/>
          <a:p>
            <a:r>
              <a:rPr lang="en-US" dirty="0"/>
              <a:t>What is Object</a:t>
            </a:r>
          </a:p>
        </p:txBody>
      </p:sp>
      <p:sp>
        <p:nvSpPr>
          <p:cNvPr id="3" name="Content Placeholder 2"/>
          <p:cNvSpPr>
            <a:spLocks noGrp="1"/>
          </p:cNvSpPr>
          <p:nvPr>
            <p:ph idx="1"/>
          </p:nvPr>
        </p:nvSpPr>
        <p:spPr>
          <a:xfrm>
            <a:off x="457200" y="585216"/>
            <a:ext cx="8229600" cy="4009010"/>
          </a:xfrm>
        </p:spPr>
        <p:txBody>
          <a:bodyPr/>
          <a:lstStyle/>
          <a:p>
            <a:r>
              <a:rPr lang="en-US" dirty="0"/>
              <a:t>Object is any thing about which we collect data . </a:t>
            </a:r>
          </a:p>
          <a:p>
            <a:r>
              <a:rPr lang="en-US" dirty="0"/>
              <a:t>Example. Ali, car, home</a:t>
            </a:r>
          </a:p>
          <a:p>
            <a:endParaRPr lang="en-US" dirty="0"/>
          </a:p>
        </p:txBody>
      </p:sp>
      <p:pic>
        <p:nvPicPr>
          <p:cNvPr id="4" name="Picture 3"/>
          <p:cNvPicPr>
            <a:picLocks noChangeAspect="1"/>
          </p:cNvPicPr>
          <p:nvPr/>
        </p:nvPicPr>
        <p:blipFill>
          <a:blip r:embed="rId2"/>
          <a:stretch>
            <a:fillRect/>
          </a:stretch>
        </p:blipFill>
        <p:spPr>
          <a:xfrm>
            <a:off x="709574" y="1339840"/>
            <a:ext cx="7322516" cy="2463820"/>
          </a:xfrm>
          <a:prstGeom prst="rect">
            <a:avLst/>
          </a:prstGeom>
        </p:spPr>
      </p:pic>
    </p:spTree>
    <p:extLst>
      <p:ext uri="{BB962C8B-B14F-4D97-AF65-F5344CB8AC3E}">
        <p14:creationId xmlns:p14="http://schemas.microsoft.com/office/powerpoint/2010/main" val="118225236"/>
      </p:ext>
    </p:extLst>
  </p:cSld>
  <p:clrMapOvr>
    <a:masterClrMapping/>
  </p:clrMapOvr>
  <p:transition spd="slow">
    <p:push/>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矩形 8"/>
          <p:cNvSpPr/>
          <p:nvPr/>
        </p:nvSpPr>
        <p:spPr>
          <a:xfrm flipH="1">
            <a:off x="7629525" y="0"/>
            <a:ext cx="576263" cy="2335213"/>
          </a:xfrm>
          <a:prstGeom prst="rect">
            <a:avLst/>
          </a:prstGeom>
          <a:solidFill>
            <a:srgbClr val="FFC0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sp>
        <p:nvSpPr>
          <p:cNvPr id="25602" name="矩形 3"/>
          <p:cNvSpPr/>
          <p:nvPr/>
        </p:nvSpPr>
        <p:spPr>
          <a:xfrm>
            <a:off x="857250" y="2335213"/>
            <a:ext cx="900113" cy="2808287"/>
          </a:xfrm>
          <a:prstGeom prst="rect">
            <a:avLst/>
          </a:prstGeom>
          <a:solidFill>
            <a:srgbClr val="203864"/>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grpSp>
        <p:nvGrpSpPr>
          <p:cNvPr id="25603" name="Group 4"/>
          <p:cNvGrpSpPr/>
          <p:nvPr/>
        </p:nvGrpSpPr>
        <p:grpSpPr>
          <a:xfrm>
            <a:off x="857250" y="1012825"/>
            <a:ext cx="8286750" cy="1739900"/>
            <a:chOff x="0" y="0"/>
            <a:chExt cx="8286663" cy="902064"/>
          </a:xfrm>
        </p:grpSpPr>
        <p:grpSp>
          <p:nvGrpSpPr>
            <p:cNvPr id="25604" name="Group 5"/>
            <p:cNvGrpSpPr/>
            <p:nvPr/>
          </p:nvGrpSpPr>
          <p:grpSpPr>
            <a:xfrm>
              <a:off x="0" y="0"/>
              <a:ext cx="8286663" cy="902064"/>
              <a:chOff x="0" y="0"/>
              <a:chExt cx="8286663" cy="902064"/>
            </a:xfrm>
          </p:grpSpPr>
          <p:sp>
            <p:nvSpPr>
              <p:cNvPr id="25605" name="矩形 4"/>
              <p:cNvSpPr/>
              <p:nvPr/>
            </p:nvSpPr>
            <p:spPr>
              <a:xfrm>
                <a:off x="900001" y="2064"/>
                <a:ext cx="7386662" cy="900000"/>
              </a:xfrm>
              <a:prstGeom prst="rect">
                <a:avLst/>
              </a:prstGeom>
              <a:solidFill>
                <a:srgbClr val="203864"/>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sp>
            <p:nvSpPr>
              <p:cNvPr id="25606" name="直角三角形 5"/>
              <p:cNvSpPr/>
              <p:nvPr/>
            </p:nvSpPr>
            <p:spPr>
              <a:xfrm rot="-5400000">
                <a:off x="0" y="0"/>
                <a:ext cx="900000" cy="900000"/>
              </a:xfrm>
              <a:prstGeom prst="rtTriangle">
                <a:avLst/>
              </a:prstGeom>
              <a:solidFill>
                <a:srgbClr val="111E35"/>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grpSp>
        <p:sp>
          <p:nvSpPr>
            <p:cNvPr id="25607" name="矩形 6"/>
            <p:cNvSpPr/>
            <p:nvPr/>
          </p:nvSpPr>
          <p:spPr>
            <a:xfrm>
              <a:off x="1056721" y="156583"/>
              <a:ext cx="2751459" cy="302554"/>
            </a:xfrm>
            <a:prstGeom prst="rect">
              <a:avLst/>
            </a:prstGeom>
            <a:noFill/>
            <a:ln w="9525">
              <a:noFill/>
            </a:ln>
          </p:spPr>
          <p:txBody>
            <a:bodyPr wrap="square" anchor="t" anchorCtr="0">
              <a:spAutoFit/>
            </a:bodyPr>
            <a:lstStyle/>
            <a:p>
              <a:r>
                <a:rPr lang="en-US" altLang="zh-CN" sz="3200" b="1" dirty="0">
                  <a:solidFill>
                    <a:schemeClr val="bg1"/>
                  </a:solidFill>
                  <a:latin typeface="Microsoft YaHei" panose="020B0503020204020204" pitchFamily="34" charset="-122"/>
                  <a:ea typeface="Microsoft YaHei" panose="020B0503020204020204" pitchFamily="34" charset="-122"/>
                </a:rPr>
                <a:t>THANK YOU</a:t>
              </a:r>
              <a:endParaRPr lang="zh-CN" altLang="en-US" sz="3200" b="1" dirty="0">
                <a:solidFill>
                  <a:schemeClr val="bg1"/>
                </a:solidFill>
                <a:latin typeface="Microsoft YaHei" panose="020B0503020204020204" pitchFamily="34" charset="-122"/>
                <a:ea typeface="Microsoft YaHei" panose="020B0503020204020204" pitchFamily="34" charset="-122"/>
              </a:endParaRPr>
            </a:p>
          </p:txBody>
        </p:sp>
      </p:grpSp>
      <p:grpSp>
        <p:nvGrpSpPr>
          <p:cNvPr id="25609" name="Group 10"/>
          <p:cNvGrpSpPr/>
          <p:nvPr/>
        </p:nvGrpSpPr>
        <p:grpSpPr>
          <a:xfrm>
            <a:off x="0" y="2329180"/>
            <a:ext cx="8206105" cy="577850"/>
            <a:chOff x="0" y="0"/>
            <a:chExt cx="8205524" cy="578062"/>
          </a:xfrm>
        </p:grpSpPr>
        <p:sp>
          <p:nvSpPr>
            <p:cNvPr id="25610" name="直角三角形 7"/>
            <p:cNvSpPr/>
            <p:nvPr/>
          </p:nvSpPr>
          <p:spPr>
            <a:xfrm rot="-10800000" flipH="1">
              <a:off x="7629524" y="2062"/>
              <a:ext cx="576000" cy="576000"/>
            </a:xfrm>
            <a:prstGeom prst="rtTriangle">
              <a:avLst/>
            </a:prstGeom>
            <a:solidFill>
              <a:srgbClr val="D09E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sp>
          <p:nvSpPr>
            <p:cNvPr id="25611" name="矩形 9"/>
            <p:cNvSpPr/>
            <p:nvPr/>
          </p:nvSpPr>
          <p:spPr>
            <a:xfrm flipH="1">
              <a:off x="0" y="0"/>
              <a:ext cx="7629523" cy="576000"/>
            </a:xfrm>
            <a:prstGeom prst="rect">
              <a:avLst/>
            </a:prstGeom>
            <a:solidFill>
              <a:srgbClr val="FFC000"/>
            </a:solidFill>
            <a:ln w="9525">
              <a:noFill/>
            </a:ln>
          </p:spPr>
          <p:txBody>
            <a:bodyPr anchor="ctr" anchorCtr="0"/>
            <a:lstStyle/>
            <a:p>
              <a:pPr algn="ctr"/>
              <a:endParaRPr lang="zh-CN" altLang="en-US" dirty="0">
                <a:solidFill>
                  <a:srgbClr val="FFFFFF"/>
                </a:solidFill>
                <a:latin typeface="Calibri" panose="020F0502020204030204" pitchFamily="34" charset="0"/>
                <a:ea typeface="Microsoft YaHei" panose="020B0503020204020204" pitchFamily="34" charset="-122"/>
              </a:endParaRPr>
            </a:p>
          </p:txBody>
        </p:sp>
      </p:grpSp>
    </p:spTree>
  </p:cSld>
  <p:clrMapOvr>
    <a:masterClrMapping/>
  </p:clrMapOvr>
  <p:transition spd="slow">
    <p:push/>
  </p:transition>
</p:sld>
</file>

<file path=ppt/theme/theme1.xml><?xml version="1.0" encoding="utf-8"?>
<a:theme xmlns:a="http://schemas.openxmlformats.org/drawingml/2006/main" name="Office 主题">
  <a:themeElements>
    <a:clrScheme name="Office 主题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Office 主题">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685800" rtl="0" eaLnBrk="0" fontAlgn="base" latinLnBrk="0" hangingPunct="0">
          <a:lnSpc>
            <a:spcPct val="100000"/>
          </a:lnSpc>
          <a:spcBef>
            <a:spcPct val="0"/>
          </a:spcBef>
          <a:spcAft>
            <a:spcPct val="0"/>
          </a:spcAft>
          <a:buClrTx/>
          <a:buSzTx/>
          <a:buFont typeface="Arial" panose="020B0604020202020204" pitchFamily="34" charset="0"/>
          <a:buNone/>
          <a:defRPr kumimoji="0" lang="zh-CN" sz="1300" b="0" i="0" u="none" strike="noStrike" cap="none" normalizeH="0" baseline="0" smtClean="0">
            <a:ln>
              <a:noFill/>
            </a:ln>
            <a:solidFill>
              <a:schemeClr val="tx1"/>
            </a:solidFill>
            <a:effectLst/>
            <a:latin typeface="Calibri" panose="020F0502020204030204" pitchFamily="34" charset="0"/>
            <a:ea typeface="SimSun"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685800" rtl="0" eaLnBrk="0" fontAlgn="base" latinLnBrk="0" hangingPunct="0">
          <a:lnSpc>
            <a:spcPct val="100000"/>
          </a:lnSpc>
          <a:spcBef>
            <a:spcPct val="0"/>
          </a:spcBef>
          <a:spcAft>
            <a:spcPct val="0"/>
          </a:spcAft>
          <a:buClrTx/>
          <a:buSzTx/>
          <a:buFont typeface="Arial" panose="020B0604020202020204" pitchFamily="34" charset="0"/>
          <a:buNone/>
          <a:defRPr kumimoji="0" lang="zh-CN" sz="1300" b="0" i="0" u="none" strike="noStrike" cap="none" normalizeH="0" baseline="0" smtClean="0">
            <a:ln>
              <a:noFill/>
            </a:ln>
            <a:solidFill>
              <a:schemeClr val="tx1"/>
            </a:solidFill>
            <a:effectLst/>
            <a:latin typeface="Calibri" panose="020F0502020204030204" pitchFamily="34" charset="0"/>
            <a:ea typeface="SimSun" panose="02010600030101010101" pitchFamily="2" charset="-122"/>
          </a:defRPr>
        </a:defPPr>
      </a:lstStyle>
    </a:lnDef>
  </a:objectDefaults>
  <a:extraClrSchemeLst>
    <a:extraClrScheme>
      <a:clrScheme name="Office 主题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14762</TotalTime>
  <Words>1455</Words>
  <Application>Microsoft Office PowerPoint</Application>
  <PresentationFormat>On-screen Show (16:9)</PresentationFormat>
  <Paragraphs>247</Paragraphs>
  <Slides>25</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Microsoft YaHei</vt:lpstr>
      <vt:lpstr>Arial</vt:lpstr>
      <vt:lpstr>Calibri</vt:lpstr>
      <vt:lpstr>Calibri Light</vt:lpstr>
      <vt:lpstr>Office 主题</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Programing language</vt:lpstr>
      <vt:lpstr>PowerPoint Presentation</vt:lpstr>
      <vt:lpstr>PowerPoint Presentation</vt:lpstr>
      <vt:lpstr>PowerPoint Presentation</vt:lpstr>
      <vt:lpstr>Functions</vt:lpstr>
      <vt:lpstr>What is Array</vt:lpstr>
      <vt:lpstr>What is Object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Windows 用户</dc:creator>
  <cp:lastModifiedBy>Mc</cp:lastModifiedBy>
  <cp:revision>157</cp:revision>
  <dcterms:created xsi:type="dcterms:W3CDTF">2014-09-05T03:09:00Z</dcterms:created>
  <dcterms:modified xsi:type="dcterms:W3CDTF">2026-03-01T16:26:14Z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1033-11.2.0.11537</vt:lpwstr>
  </property>
  <property fmtid="{D5CDD505-2E9C-101B-9397-08002B2CF9AE}" pid="3" name="ICV">
    <vt:lpwstr>3EC90B1F1CA14C37A3FBE4CAB961706B</vt:lpwstr>
  </property>
</Properties>
</file>