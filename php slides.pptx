
<file path=[Content_Types].xml><?xml version="1.0" encoding="utf-8"?>
<Types xmlns="http://schemas.openxmlformats.org/package/2006/content-types">
  <Default Extension="jfif" ContentType="image/jpeg"/>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handoutMasterIdLst>
    <p:handoutMasterId r:id="rId22"/>
  </p:handoutMasterIdLst>
  <p:sldIdLst>
    <p:sldId id="256" r:id="rId2"/>
    <p:sldId id="608" r:id="rId3"/>
    <p:sldId id="618" r:id="rId4"/>
    <p:sldId id="617" r:id="rId5"/>
    <p:sldId id="616" r:id="rId6"/>
    <p:sldId id="615" r:id="rId7"/>
    <p:sldId id="614" r:id="rId8"/>
    <p:sldId id="604" r:id="rId9"/>
    <p:sldId id="605" r:id="rId10"/>
    <p:sldId id="606" r:id="rId11"/>
    <p:sldId id="602" r:id="rId12"/>
    <p:sldId id="260" r:id="rId13"/>
    <p:sldId id="607" r:id="rId14"/>
    <p:sldId id="609" r:id="rId15"/>
    <p:sldId id="610" r:id="rId16"/>
    <p:sldId id="612" r:id="rId17"/>
    <p:sldId id="611" r:id="rId18"/>
    <p:sldId id="613" r:id="rId19"/>
    <p:sldId id="278" r:id="rId20"/>
  </p:sldIdLst>
  <p:sldSz cx="9144000" cy="5143500" type="screen16x9"/>
  <p:notesSz cx="6858000" cy="9144000"/>
  <p:defaultTextStyle>
    <a:defPPr>
      <a:defRPr lang="zh-CN"/>
    </a:defPPr>
    <a:lvl1pPr marL="0" lvl="0" indent="0" algn="l" defTabSz="685800" rtl="0" eaLnBrk="1" fontAlgn="base" latinLnBrk="0" hangingPunct="1">
      <a:lnSpc>
        <a:spcPct val="100000"/>
      </a:lnSpc>
      <a:spcBef>
        <a:spcPct val="0"/>
      </a:spcBef>
      <a:spcAft>
        <a:spcPct val="0"/>
      </a:spcAft>
      <a:buFont typeface="Arial" panose="020B0604020202020204" pitchFamily="34" charset="0"/>
      <a:buNone/>
      <a:defRPr sz="1300" b="0" i="0" u="none" kern="1200" baseline="0">
        <a:solidFill>
          <a:schemeClr val="tx1"/>
        </a:solidFill>
        <a:latin typeface="Calibri" panose="020F0502020204030204" pitchFamily="34" charset="0"/>
        <a:ea typeface="SimSun" panose="02010600030101010101" pitchFamily="2" charset="-122"/>
        <a:cs typeface="+mn-cs"/>
      </a:defRPr>
    </a:lvl1pPr>
    <a:lvl2pPr marL="342900" lvl="1" indent="114300" algn="l" defTabSz="685800" rtl="0" eaLnBrk="1" fontAlgn="base" latinLnBrk="0" hangingPunct="1">
      <a:lnSpc>
        <a:spcPct val="100000"/>
      </a:lnSpc>
      <a:spcBef>
        <a:spcPct val="0"/>
      </a:spcBef>
      <a:spcAft>
        <a:spcPct val="0"/>
      </a:spcAft>
      <a:buFont typeface="Arial" panose="020B0604020202020204" pitchFamily="34" charset="0"/>
      <a:buNone/>
      <a:defRPr sz="1300" b="0" i="0" u="none" kern="1200" baseline="0">
        <a:solidFill>
          <a:schemeClr val="tx1"/>
        </a:solidFill>
        <a:latin typeface="Calibri" panose="020F0502020204030204" pitchFamily="34" charset="0"/>
        <a:ea typeface="SimSun" panose="02010600030101010101" pitchFamily="2" charset="-122"/>
        <a:cs typeface="+mn-cs"/>
      </a:defRPr>
    </a:lvl2pPr>
    <a:lvl3pPr marL="685800" lvl="2" indent="228600" algn="l" defTabSz="685800" rtl="0" eaLnBrk="1" fontAlgn="base" latinLnBrk="0" hangingPunct="1">
      <a:lnSpc>
        <a:spcPct val="100000"/>
      </a:lnSpc>
      <a:spcBef>
        <a:spcPct val="0"/>
      </a:spcBef>
      <a:spcAft>
        <a:spcPct val="0"/>
      </a:spcAft>
      <a:buFont typeface="Arial" panose="020B0604020202020204" pitchFamily="34" charset="0"/>
      <a:buNone/>
      <a:defRPr sz="1300" b="0" i="0" u="none" kern="1200" baseline="0">
        <a:solidFill>
          <a:schemeClr val="tx1"/>
        </a:solidFill>
        <a:latin typeface="Calibri" panose="020F0502020204030204" pitchFamily="34" charset="0"/>
        <a:ea typeface="SimSun" panose="02010600030101010101" pitchFamily="2" charset="-122"/>
        <a:cs typeface="+mn-cs"/>
      </a:defRPr>
    </a:lvl3pPr>
    <a:lvl4pPr marL="1028700" lvl="3" indent="342900" algn="l" defTabSz="685800" rtl="0" eaLnBrk="1" fontAlgn="base" latinLnBrk="0" hangingPunct="1">
      <a:lnSpc>
        <a:spcPct val="100000"/>
      </a:lnSpc>
      <a:spcBef>
        <a:spcPct val="0"/>
      </a:spcBef>
      <a:spcAft>
        <a:spcPct val="0"/>
      </a:spcAft>
      <a:buFont typeface="Arial" panose="020B0604020202020204" pitchFamily="34" charset="0"/>
      <a:buNone/>
      <a:defRPr sz="1300" b="0" i="0" u="none" kern="1200" baseline="0">
        <a:solidFill>
          <a:schemeClr val="tx1"/>
        </a:solidFill>
        <a:latin typeface="Calibri" panose="020F0502020204030204" pitchFamily="34" charset="0"/>
        <a:ea typeface="SimSun" panose="02010600030101010101" pitchFamily="2" charset="-122"/>
        <a:cs typeface="+mn-cs"/>
      </a:defRPr>
    </a:lvl4pPr>
    <a:lvl5pPr marL="1371600" lvl="4" indent="457200" algn="l" defTabSz="685800" rtl="0" eaLnBrk="1" fontAlgn="base" latinLnBrk="0" hangingPunct="1">
      <a:lnSpc>
        <a:spcPct val="100000"/>
      </a:lnSpc>
      <a:spcBef>
        <a:spcPct val="0"/>
      </a:spcBef>
      <a:spcAft>
        <a:spcPct val="0"/>
      </a:spcAft>
      <a:buFont typeface="Arial" panose="020B0604020202020204" pitchFamily="34" charset="0"/>
      <a:buNone/>
      <a:defRPr sz="1300" b="0" i="0" u="none" kern="1200" baseline="0">
        <a:solidFill>
          <a:schemeClr val="tx1"/>
        </a:solidFill>
        <a:latin typeface="Calibri" panose="020F0502020204030204" pitchFamily="34" charset="0"/>
        <a:ea typeface="SimSun" panose="02010600030101010101" pitchFamily="2" charset="-122"/>
        <a:cs typeface="+mn-cs"/>
      </a:defRPr>
    </a:lvl5pPr>
    <a:lvl6pPr marL="2286000" lvl="5" indent="457200" algn="l" defTabSz="685800" rtl="0" eaLnBrk="1" fontAlgn="base" latinLnBrk="0" hangingPunct="1">
      <a:lnSpc>
        <a:spcPct val="100000"/>
      </a:lnSpc>
      <a:spcBef>
        <a:spcPct val="0"/>
      </a:spcBef>
      <a:spcAft>
        <a:spcPct val="0"/>
      </a:spcAft>
      <a:buFont typeface="Arial" panose="020B0604020202020204" pitchFamily="34" charset="0"/>
      <a:buNone/>
      <a:defRPr sz="1300" b="0" i="0" u="none" kern="1200" baseline="0">
        <a:solidFill>
          <a:schemeClr val="tx1"/>
        </a:solidFill>
        <a:latin typeface="Calibri" panose="020F0502020204030204" pitchFamily="34" charset="0"/>
        <a:ea typeface="SimSun" panose="02010600030101010101" pitchFamily="2" charset="-122"/>
        <a:cs typeface="+mn-cs"/>
      </a:defRPr>
    </a:lvl6pPr>
    <a:lvl7pPr marL="2743200" lvl="6" indent="457200" algn="l" defTabSz="685800" rtl="0" eaLnBrk="1" fontAlgn="base" latinLnBrk="0" hangingPunct="1">
      <a:lnSpc>
        <a:spcPct val="100000"/>
      </a:lnSpc>
      <a:spcBef>
        <a:spcPct val="0"/>
      </a:spcBef>
      <a:spcAft>
        <a:spcPct val="0"/>
      </a:spcAft>
      <a:buFont typeface="Arial" panose="020B0604020202020204" pitchFamily="34" charset="0"/>
      <a:buNone/>
      <a:defRPr sz="1300" b="0" i="0" u="none" kern="1200" baseline="0">
        <a:solidFill>
          <a:schemeClr val="tx1"/>
        </a:solidFill>
        <a:latin typeface="Calibri" panose="020F0502020204030204" pitchFamily="34" charset="0"/>
        <a:ea typeface="SimSun" panose="02010600030101010101" pitchFamily="2" charset="-122"/>
        <a:cs typeface="+mn-cs"/>
      </a:defRPr>
    </a:lvl7pPr>
    <a:lvl8pPr marL="3200400" lvl="7" indent="457200" algn="l" defTabSz="685800" rtl="0" eaLnBrk="1" fontAlgn="base" latinLnBrk="0" hangingPunct="1">
      <a:lnSpc>
        <a:spcPct val="100000"/>
      </a:lnSpc>
      <a:spcBef>
        <a:spcPct val="0"/>
      </a:spcBef>
      <a:spcAft>
        <a:spcPct val="0"/>
      </a:spcAft>
      <a:buFont typeface="Arial" panose="020B0604020202020204" pitchFamily="34" charset="0"/>
      <a:buNone/>
      <a:defRPr sz="1300" b="0" i="0" u="none" kern="1200" baseline="0">
        <a:solidFill>
          <a:schemeClr val="tx1"/>
        </a:solidFill>
        <a:latin typeface="Calibri" panose="020F0502020204030204" pitchFamily="34" charset="0"/>
        <a:ea typeface="SimSun" panose="02010600030101010101" pitchFamily="2" charset="-122"/>
        <a:cs typeface="+mn-cs"/>
      </a:defRPr>
    </a:lvl8pPr>
    <a:lvl9pPr marL="3657600" lvl="8" indent="457200" algn="l" defTabSz="685800" rtl="0" eaLnBrk="1" fontAlgn="base" latinLnBrk="0" hangingPunct="1">
      <a:lnSpc>
        <a:spcPct val="100000"/>
      </a:lnSpc>
      <a:spcBef>
        <a:spcPct val="0"/>
      </a:spcBef>
      <a:spcAft>
        <a:spcPct val="0"/>
      </a:spcAft>
      <a:buFont typeface="Arial" panose="020B0604020202020204" pitchFamily="34" charset="0"/>
      <a:buNone/>
      <a:defRPr sz="1300" b="0" i="0" u="none" kern="1200" baseline="0">
        <a:solidFill>
          <a:schemeClr val="tx1"/>
        </a:solidFill>
        <a:latin typeface="Calibri" panose="020F0502020204030204" pitchFamily="34" charset="0"/>
        <a:ea typeface="SimSun" panose="02010600030101010101" pitchFamily="2" charset="-122"/>
        <a:cs typeface="+mn-cs"/>
      </a:defRPr>
    </a:lvl9pPr>
  </p:defaultTextStyle>
  <p:extLst>
    <p:ext uri="{521415D9-36F7-43E2-AB2F-B90AF26B5E84}">
      <p14:sectionLst xmlns:p14="http://schemas.microsoft.com/office/powerpoint/2010/main">
        <p14:section name="Default Section" id="{3968F360-7EEC-4F7B-86F9-7CD7B39DD577}">
          <p14:sldIdLst>
            <p14:sldId id="256"/>
            <p14:sldId id="608"/>
            <p14:sldId id="618"/>
            <p14:sldId id="617"/>
            <p14:sldId id="616"/>
            <p14:sldId id="615"/>
            <p14:sldId id="614"/>
            <p14:sldId id="604"/>
            <p14:sldId id="605"/>
            <p14:sldId id="606"/>
            <p14:sldId id="602"/>
            <p14:sldId id="260"/>
            <p14:sldId id="607"/>
            <p14:sldId id="609"/>
            <p14:sldId id="610"/>
            <p14:sldId id="612"/>
            <p14:sldId id="611"/>
            <p14:sldId id="613"/>
            <p14:sldId id="278"/>
          </p14:sldIdLst>
        </p14:section>
      </p14:sectionLst>
    </p:ext>
    <p:ext uri="{EFAFB233-063F-42B5-8137-9DF3F51BA10A}">
      <p15:sldGuideLst xmlns:p15="http://schemas.microsoft.com/office/powerpoint/2012/main">
        <p15:guide id="1" orient="horz" pos="1523">
          <p15:clr>
            <a:srgbClr val="A4A3A4"/>
          </p15:clr>
        </p15:guide>
        <p15:guide id="2" pos="283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CDCD"/>
    <a:srgbClr val="D2D2D2"/>
    <a:srgbClr val="CFCFCF"/>
    <a:srgbClr val="203864"/>
    <a:srgbClr val="FFC000"/>
    <a:srgbClr val="111E35"/>
    <a:srgbClr val="D09E00"/>
    <a:srgbClr val="CBCBC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52" autoAdjust="0"/>
    <p:restoredTop sz="94660"/>
  </p:normalViewPr>
  <p:slideViewPr>
    <p:cSldViewPr snapToGrid="0" showGuides="1">
      <p:cViewPr varScale="1">
        <p:scale>
          <a:sx n="84" d="100"/>
          <a:sy n="84" d="100"/>
        </p:scale>
        <p:origin x="796" y="56"/>
      </p:cViewPr>
      <p:guideLst>
        <p:guide orient="horz" pos="1523"/>
        <p:guide pos="2834"/>
      </p:guideLst>
    </p:cSldViewPr>
  </p:slid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0F9B84EA-7D68-4D60-9CB1-D50884785D1C}" type="datetimeFigureOut">
              <a:rPr lang="zh-CN" altLang="en-US" strike="noStrike" noProof="1" smtClean="0">
                <a:latin typeface="Calibri" panose="020F0502020204030204" pitchFamily="34" charset="0"/>
                <a:ea typeface="SimSun" panose="02010600030101010101" pitchFamily="2" charset="-122"/>
                <a:cs typeface="+mn-cs"/>
              </a:rPr>
              <a:t>2026/3/12</a:t>
            </a:fld>
            <a:endParaRPr lang="zh-CN" altLang="en-US" strike="noStrike" noProof="1"/>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8D4E0FC9-F1F8-4FAE-9988-3BA365CFD46F}" type="slidenum">
              <a:rPr lang="zh-CN" altLang="en-US" strike="noStrike" noProof="1" smtClean="0">
                <a:latin typeface="Calibri" panose="020F0502020204030204" pitchFamily="34" charset="0"/>
                <a:ea typeface="SimSun" panose="02010600030101010101" pitchFamily="2" charset="-122"/>
                <a:cs typeface="+mn-cs"/>
              </a:rPr>
              <a:t>‹#›</a:t>
            </a:fld>
            <a:endParaRPr lang="zh-CN" altLang="en-US" strike="noStrike" noProof="1"/>
          </a:p>
        </p:txBody>
      </p:sp>
    </p:spTree>
    <p:extLst>
      <p:ext uri="{BB962C8B-B14F-4D97-AF65-F5344CB8AC3E}">
        <p14:creationId xmlns:p14="http://schemas.microsoft.com/office/powerpoint/2010/main" val="27485065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D2A48B96-639E-45A3-A0BA-2464DFDB1FAA}" type="datetimeFigureOut">
              <a:rPr lang="zh-CN" altLang="en-US" strike="noStrike" noProof="1" smtClean="0">
                <a:latin typeface="Calibri" panose="020F0502020204030204" pitchFamily="34" charset="0"/>
                <a:ea typeface="SimSun" panose="02010600030101010101" pitchFamily="2" charset="-122"/>
                <a:cs typeface="+mn-cs"/>
              </a:rPr>
              <a:t>2026/3/12</a:t>
            </a:fld>
            <a:endParaRPr lang="zh-CN" altLang="en-US" strike="noStrike" noProof="1"/>
          </a:p>
        </p:txBody>
      </p:sp>
      <p:sp>
        <p:nvSpPr>
          <p:cNvPr id="3076" name="幻灯片图像占位符 3"/>
          <p:cNvSpPr>
            <a:spLocks noGrp="1" noRot="1" noChangeAspect="1"/>
          </p:cNvSpPr>
          <p:nvPr>
            <p:ph type="sldImg"/>
          </p:nvPr>
        </p:nvSpPr>
        <p:spPr>
          <a:xfrm>
            <a:off x="685800" y="1143000"/>
            <a:ext cx="5486400" cy="3086100"/>
          </a:xfrm>
          <a:prstGeom prst="rect">
            <a:avLst/>
          </a:prstGeom>
          <a:noFill/>
          <a:ln w="12700" cap="flat" cmpd="sng">
            <a:solidFill>
              <a:srgbClr val="000000"/>
            </a:solidFill>
            <a:prstDash val="solid"/>
            <a:round/>
            <a:headEnd type="none" w="med" len="med"/>
            <a:tailEnd type="none" w="med" len="med"/>
          </a:ln>
        </p:spPr>
        <p:txBody>
          <a:bodyPr/>
          <a:lstStyle/>
          <a:p>
            <a:endParaRPr lang="en-US"/>
          </a:p>
        </p:txBody>
      </p:sp>
      <p:sp>
        <p:nvSpPr>
          <p:cNvPr id="3077" name="备注占位符 4"/>
          <p:cNvSpPr>
            <a:spLocks noGrp="1"/>
          </p:cNvSpPr>
          <p:nvPr>
            <p:ph type="body" sz="quarter"/>
          </p:nvPr>
        </p:nvSpPr>
        <p:spPr>
          <a:xfrm>
            <a:off x="685800" y="4400550"/>
            <a:ext cx="5486400" cy="3600450"/>
          </a:xfrm>
          <a:prstGeom prst="rect">
            <a:avLst/>
          </a:prstGeom>
          <a:noFill/>
          <a:ln w="9525">
            <a:noFill/>
          </a:ln>
        </p:spPr>
        <p:txBody>
          <a:bodyPr lIns="91440" tIns="45720" rIns="91440" bIns="45720" anchor="t" anchorCtr="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A6837353-30EB-4A48-80EB-173D804AEFBD}" type="slidenum">
              <a:rPr lang="zh-CN" altLang="en-US" strike="noStrike" noProof="1" smtClean="0">
                <a:latin typeface="Calibri" panose="020F0502020204030204" pitchFamily="34" charset="0"/>
                <a:ea typeface="SimSun" panose="02010600030101010101" pitchFamily="2" charset="-122"/>
                <a:cs typeface="+mn-cs"/>
              </a:rPr>
              <a:t>‹#›</a:t>
            </a:fld>
            <a:endParaRPr lang="zh-CN" altLang="en-US" strike="noStrike" noProof="1"/>
          </a:p>
        </p:txBody>
      </p:sp>
    </p:spTree>
    <p:extLst>
      <p:ext uri="{BB962C8B-B14F-4D97-AF65-F5344CB8AC3E}">
        <p14:creationId xmlns:p14="http://schemas.microsoft.com/office/powerpoint/2010/main" val="217536315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930368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a:prstGeom prst="rect">
            <a:avLst/>
          </a:prstGeom>
        </p:spPr>
        <p:txBody>
          <a:body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p>
        </p:txBody>
      </p:sp>
      <p:sp>
        <p:nvSpPr>
          <p:cNvPr id="4" name="Date Placeholder 3"/>
          <p:cNvSpPr>
            <a:spLocks noGrp="1"/>
          </p:cNvSpPr>
          <p:nvPr>
            <p:ph type="dt" sz="half" idx="10"/>
          </p:nvPr>
        </p:nvSpPr>
        <p:spPr/>
        <p:txBody>
          <a:bodyPr/>
          <a:lstStyle/>
          <a:p>
            <a:pPr marL="0" marR="0" lvl="0" indent="0" algn="l"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5" name="Footer Placeholder 4"/>
          <p:cNvSpPr>
            <a:spLocks noGrp="1"/>
          </p:cNvSpPr>
          <p:nvPr>
            <p:ph type="ftr" sz="quarter" idx="11"/>
          </p:nvPr>
        </p:nvSpPr>
        <p:spPr/>
        <p:txBody>
          <a:bodyPr/>
          <a:lstStyle/>
          <a:p>
            <a:pPr marL="0" marR="0" lvl="0" indent="0" algn="ctr"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Calibri" panose="020F0502020204030204" pitchFamily="34" charset="0"/>
                <a:ea typeface="Microsoft YaHei" panose="020B0503020204020204" pitchFamily="34" charset="-122"/>
                <a:cs typeface="+mn-cs"/>
              </a:rPr>
              <a:t>‹#›</a:t>
            </a:fld>
            <a:endParaRPr lang="zh-CN" altLang="en-US" strike="noStrike" noProof="1">
              <a:latin typeface="Calibri" panose="020F0502020204030204" pitchFamily="34" charset="0"/>
            </a:endParaRPr>
          </a:p>
        </p:txBody>
      </p:sp>
    </p:spTree>
  </p:cSld>
  <p:clrMapOvr>
    <a:masterClrMapping/>
  </p:clrMapOvr>
  <p:transition spd="slow">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a:xfrm>
            <a:off x="457200" y="1200150"/>
            <a:ext cx="8229600" cy="3394075"/>
          </a:xfrm>
          <a:prstGeom prst="rect">
            <a:avLst/>
          </a:prstGeo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Date Placeholder 3"/>
          <p:cNvSpPr>
            <a:spLocks noGrp="1"/>
          </p:cNvSpPr>
          <p:nvPr>
            <p:ph type="dt" sz="half" idx="10"/>
          </p:nvPr>
        </p:nvSpPr>
        <p:spPr/>
        <p:txBody>
          <a:bodyPr/>
          <a:lstStyle/>
          <a:p>
            <a:pPr marL="0" marR="0" lvl="0" indent="0" algn="l"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5" name="Footer Placeholder 4"/>
          <p:cNvSpPr>
            <a:spLocks noGrp="1"/>
          </p:cNvSpPr>
          <p:nvPr>
            <p:ph type="ftr" sz="quarter" idx="11"/>
          </p:nvPr>
        </p:nvSpPr>
        <p:spPr/>
        <p:txBody>
          <a:bodyPr/>
          <a:lstStyle/>
          <a:p>
            <a:pPr marL="0" marR="0" lvl="0" indent="0" algn="ctr"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Calibri" panose="020F0502020204030204" pitchFamily="34" charset="0"/>
                <a:ea typeface="Microsoft YaHei" panose="020B0503020204020204" pitchFamily="34" charset="-122"/>
                <a:cs typeface="+mn-cs"/>
              </a:rPr>
              <a:t>‹#›</a:t>
            </a:fld>
            <a:endParaRPr lang="zh-CN" altLang="en-US" strike="noStrike" noProof="1">
              <a:latin typeface="Calibri" panose="020F0502020204030204" pitchFamily="34" charset="0"/>
            </a:endParaRPr>
          </a:p>
        </p:txBody>
      </p:sp>
    </p:spTree>
  </p:cSld>
  <p:clrMapOvr>
    <a:masterClrMapping/>
  </p:clrMapOvr>
  <p:transition spd="slow">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a:prstGeom prst="rect">
            <a:avLst/>
          </a:prstGeo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179638"/>
            <a:ext cx="7772400" cy="112553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Date Placeholder 3"/>
          <p:cNvSpPr>
            <a:spLocks noGrp="1"/>
          </p:cNvSpPr>
          <p:nvPr>
            <p:ph type="dt" sz="half" idx="10"/>
          </p:nvPr>
        </p:nvSpPr>
        <p:spPr/>
        <p:txBody>
          <a:bodyPr/>
          <a:lstStyle/>
          <a:p>
            <a:pPr marL="0" marR="0" lvl="0" indent="0" algn="l"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5" name="Footer Placeholder 4"/>
          <p:cNvSpPr>
            <a:spLocks noGrp="1"/>
          </p:cNvSpPr>
          <p:nvPr>
            <p:ph type="ftr" sz="quarter" idx="11"/>
          </p:nvPr>
        </p:nvSpPr>
        <p:spPr/>
        <p:txBody>
          <a:bodyPr/>
          <a:lstStyle/>
          <a:p>
            <a:pPr marL="0" marR="0" lvl="0" indent="0" algn="ctr"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Calibri" panose="020F0502020204030204" pitchFamily="34" charset="0"/>
                <a:ea typeface="Microsoft YaHei" panose="020B0503020204020204" pitchFamily="34" charset="-122"/>
                <a:cs typeface="+mn-cs"/>
              </a:rPr>
              <a:t>‹#›</a:t>
            </a:fld>
            <a:endParaRPr lang="zh-CN" altLang="en-US" strike="noStrike" noProof="1">
              <a:latin typeface="Calibri" panose="020F0502020204030204" pitchFamily="34" charset="0"/>
            </a:endParaRPr>
          </a:p>
        </p:txBody>
      </p:sp>
    </p:spTree>
  </p:cSld>
  <p:clrMapOvr>
    <a:masterClrMapping/>
  </p:clrMapOvr>
  <p:transition spd="slow">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Date Placeholder 4"/>
          <p:cNvSpPr>
            <a:spLocks noGrp="1"/>
          </p:cNvSpPr>
          <p:nvPr>
            <p:ph type="dt" sz="half" idx="10"/>
          </p:nvPr>
        </p:nvSpPr>
        <p:spPr/>
        <p:txBody>
          <a:bodyPr/>
          <a:lstStyle/>
          <a:p>
            <a:pPr marL="0" marR="0" lvl="0" indent="0" algn="l"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6" name="Footer Placeholder 5"/>
          <p:cNvSpPr>
            <a:spLocks noGrp="1"/>
          </p:cNvSpPr>
          <p:nvPr>
            <p:ph type="ftr" sz="quarter" idx="11"/>
          </p:nvPr>
        </p:nvSpPr>
        <p:spPr/>
        <p:txBody>
          <a:bodyPr/>
          <a:lstStyle/>
          <a:p>
            <a:pPr marL="0" marR="0" lvl="0" indent="0" algn="ctr"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7" name="Slide Number Placeholder 6"/>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Calibri" panose="020F0502020204030204" pitchFamily="34" charset="0"/>
                <a:ea typeface="Microsoft YaHei" panose="020B0503020204020204" pitchFamily="34" charset="-122"/>
                <a:cs typeface="+mn-cs"/>
              </a:rPr>
              <a:t>‹#›</a:t>
            </a:fld>
            <a:endParaRPr lang="zh-CN" altLang="en-US" strike="noStrike" noProof="1">
              <a:latin typeface="Calibri" panose="020F0502020204030204" pitchFamily="34" charset="0"/>
            </a:endParaRPr>
          </a:p>
        </p:txBody>
      </p:sp>
    </p:spTree>
  </p:cSld>
  <p:clrMapOvr>
    <a:masterClrMapping/>
  </p:clrMapOvr>
  <p:transition spd="slow">
    <p:push/>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150938"/>
            <a:ext cx="4040188"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1631950"/>
            <a:ext cx="4040188"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150938"/>
            <a:ext cx="4041775"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1631950"/>
            <a:ext cx="4041775"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Date Placeholder 6"/>
          <p:cNvSpPr>
            <a:spLocks noGrp="1"/>
          </p:cNvSpPr>
          <p:nvPr>
            <p:ph type="dt" sz="half" idx="10"/>
          </p:nvPr>
        </p:nvSpPr>
        <p:spPr/>
        <p:txBody>
          <a:bodyPr/>
          <a:lstStyle/>
          <a:p>
            <a:pPr marL="0" marR="0" lvl="0" indent="0" algn="l"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8" name="Footer Placeholder 7"/>
          <p:cNvSpPr>
            <a:spLocks noGrp="1"/>
          </p:cNvSpPr>
          <p:nvPr>
            <p:ph type="ftr" sz="quarter" idx="11"/>
          </p:nvPr>
        </p:nvSpPr>
        <p:spPr/>
        <p:txBody>
          <a:bodyPr/>
          <a:lstStyle/>
          <a:p>
            <a:pPr marL="0" marR="0" lvl="0" indent="0" algn="ctr"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9" name="Slide Number Placeholder 8"/>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Calibri" panose="020F0502020204030204" pitchFamily="34" charset="0"/>
                <a:ea typeface="Microsoft YaHei" panose="020B0503020204020204" pitchFamily="34" charset="-122"/>
                <a:cs typeface="+mn-cs"/>
              </a:rPr>
              <a:t>‹#›</a:t>
            </a:fld>
            <a:endParaRPr lang="zh-CN" altLang="en-US" strike="noStrike" noProof="1">
              <a:latin typeface="Calibri" panose="020F0502020204030204" pitchFamily="34" charset="0"/>
            </a:endParaRPr>
          </a:p>
        </p:txBody>
      </p:sp>
    </p:spTree>
  </p:cSld>
  <p:clrMapOvr>
    <a:masterClrMapping/>
  </p:clrMapOvr>
  <p:transition spd="slow">
    <p:push/>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pPr fontAlgn="base"/>
            <a:r>
              <a:rPr lang="zh-CN" altLang="en-US" strike="noStrike" noProof="1"/>
              <a:t>单击此处编辑母版标题样式</a:t>
            </a:r>
          </a:p>
        </p:txBody>
      </p:sp>
      <p:sp>
        <p:nvSpPr>
          <p:cNvPr id="3" name="Date Placeholder 2"/>
          <p:cNvSpPr>
            <a:spLocks noGrp="1"/>
          </p:cNvSpPr>
          <p:nvPr>
            <p:ph type="dt" sz="half" idx="10"/>
          </p:nvPr>
        </p:nvSpPr>
        <p:spPr/>
        <p:txBody>
          <a:bodyPr/>
          <a:lstStyle/>
          <a:p>
            <a:pPr marL="0" marR="0" lvl="0" indent="0" algn="l"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4" name="Footer Placeholder 3"/>
          <p:cNvSpPr>
            <a:spLocks noGrp="1"/>
          </p:cNvSpPr>
          <p:nvPr>
            <p:ph type="ftr" sz="quarter" idx="11"/>
          </p:nvPr>
        </p:nvSpPr>
        <p:spPr/>
        <p:txBody>
          <a:bodyPr/>
          <a:lstStyle/>
          <a:p>
            <a:pPr marL="0" marR="0" lvl="0" indent="0" algn="ctr"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5" name="Slide Number Placeholder 4"/>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Calibri" panose="020F0502020204030204" pitchFamily="34" charset="0"/>
                <a:ea typeface="Microsoft YaHei" panose="020B0503020204020204" pitchFamily="34" charset="-122"/>
                <a:cs typeface="+mn-cs"/>
              </a:rPr>
              <a:t>‹#›</a:t>
            </a:fld>
            <a:endParaRPr lang="zh-CN" altLang="en-US" strike="noStrike" noProof="1">
              <a:latin typeface="Calibri" panose="020F0502020204030204" pitchFamily="34" charset="0"/>
            </a:endParaRPr>
          </a:p>
        </p:txBody>
      </p:sp>
    </p:spTree>
  </p:cSld>
  <p:clrMapOvr>
    <a:masterClrMapping/>
  </p:clrMapOvr>
  <p:transition spd="slow">
    <p:push/>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3" name="Footer Placeholder 2"/>
          <p:cNvSpPr>
            <a:spLocks noGrp="1"/>
          </p:cNvSpPr>
          <p:nvPr>
            <p:ph type="ftr" sz="quarter" idx="11"/>
          </p:nvPr>
        </p:nvSpPr>
        <p:spPr/>
        <p:txBody>
          <a:bodyPr/>
          <a:lstStyle/>
          <a:p>
            <a:pPr marL="0" marR="0" lvl="0" indent="0" algn="ctr"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4" name="Slide Number Placeholder 3"/>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Calibri" panose="020F0502020204030204" pitchFamily="34" charset="0"/>
                <a:ea typeface="Microsoft YaHei" panose="020B0503020204020204" pitchFamily="34" charset="-122"/>
                <a:cs typeface="+mn-cs"/>
              </a:rPr>
              <a:t>‹#›</a:t>
            </a:fld>
            <a:endParaRPr lang="zh-CN" altLang="en-US" strike="noStrike" noProof="1">
              <a:latin typeface="Calibri" panose="020F0502020204030204" pitchFamily="34" charset="0"/>
            </a:endParaRPr>
          </a:p>
        </p:txBody>
      </p:sp>
    </p:spTree>
  </p:cSld>
  <p:clrMapOvr>
    <a:masterClrMapping/>
  </p:clrMapOvr>
  <p:transition spd="slow">
    <p:push/>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8"/>
            <a:ext cx="3008313" cy="871537"/>
          </a:xfrm>
          <a:prstGeom prst="rect">
            <a:avLst/>
          </a:prstGeo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04788"/>
            <a:ext cx="5111750" cy="438943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076325"/>
            <a:ext cx="3008313" cy="35179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Date Placeholder 4"/>
          <p:cNvSpPr>
            <a:spLocks noGrp="1"/>
          </p:cNvSpPr>
          <p:nvPr>
            <p:ph type="dt" sz="half" idx="10"/>
          </p:nvPr>
        </p:nvSpPr>
        <p:spPr/>
        <p:txBody>
          <a:bodyPr/>
          <a:lstStyle/>
          <a:p>
            <a:pPr marL="0" marR="0" lvl="0" indent="0" algn="l"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6" name="Footer Placeholder 5"/>
          <p:cNvSpPr>
            <a:spLocks noGrp="1"/>
          </p:cNvSpPr>
          <p:nvPr>
            <p:ph type="ftr" sz="quarter" idx="11"/>
          </p:nvPr>
        </p:nvSpPr>
        <p:spPr/>
        <p:txBody>
          <a:bodyPr/>
          <a:lstStyle/>
          <a:p>
            <a:pPr marL="0" marR="0" lvl="0" indent="0" algn="ctr"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7" name="Slide Number Placeholder 6"/>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Calibri" panose="020F0502020204030204" pitchFamily="34" charset="0"/>
                <a:ea typeface="Microsoft YaHei" panose="020B0503020204020204" pitchFamily="34" charset="-122"/>
                <a:cs typeface="+mn-cs"/>
              </a:rPr>
              <a:t>‹#›</a:t>
            </a:fld>
            <a:endParaRPr lang="zh-CN" altLang="en-US" strike="noStrike" noProof="1">
              <a:latin typeface="Calibri" panose="020F0502020204030204" pitchFamily="34" charset="0"/>
            </a:endParaRPr>
          </a:p>
        </p:txBody>
      </p:sp>
    </p:spTree>
  </p:cSld>
  <p:clrMapOvr>
    <a:masterClrMapping/>
  </p:clrMapOvr>
  <p:transition spd="slow">
    <p:push/>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450"/>
          </a:xfrm>
          <a:prstGeom prst="rect">
            <a:avLst/>
          </a:prstGeo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460375"/>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1" fontAlgn="base" latinLnBrk="0" hangingPunct="1">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900"/>
            <a:ext cx="5486400" cy="60325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Date Placeholder 4"/>
          <p:cNvSpPr>
            <a:spLocks noGrp="1"/>
          </p:cNvSpPr>
          <p:nvPr>
            <p:ph type="dt" sz="half" idx="10"/>
          </p:nvPr>
        </p:nvSpPr>
        <p:spPr/>
        <p:txBody>
          <a:bodyPr/>
          <a:lstStyle/>
          <a:p>
            <a:pPr marL="0" marR="0" lvl="0" indent="0" algn="l"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6" name="Footer Placeholder 5"/>
          <p:cNvSpPr>
            <a:spLocks noGrp="1"/>
          </p:cNvSpPr>
          <p:nvPr>
            <p:ph type="ftr" sz="quarter" idx="11"/>
          </p:nvPr>
        </p:nvSpPr>
        <p:spPr/>
        <p:txBody>
          <a:bodyPr/>
          <a:lstStyle/>
          <a:p>
            <a:pPr marL="0" marR="0" lvl="0" indent="0" algn="ctr"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7" name="Slide Number Placeholder 6"/>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Calibri" panose="020F0502020204030204" pitchFamily="34" charset="0"/>
                <a:ea typeface="Microsoft YaHei" panose="020B0503020204020204" pitchFamily="34" charset="-122"/>
                <a:cs typeface="+mn-cs"/>
              </a:rPr>
              <a:t>‹#›</a:t>
            </a:fld>
            <a:endParaRPr lang="zh-CN" altLang="en-US" strike="noStrike" noProof="1">
              <a:latin typeface="Calibri" panose="020F0502020204030204" pitchFamily="34" charset="0"/>
            </a:endParaRPr>
          </a:p>
        </p:txBody>
      </p:sp>
    </p:spTree>
  </p:cSld>
  <p:clrMapOvr>
    <a:masterClrMapping/>
  </p:clrMapOvr>
  <p:transition spd="slow">
    <p:push/>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1200150"/>
            <a:ext cx="8229600" cy="3394075"/>
          </a:xfrm>
          <a:prstGeom prst="rect">
            <a:avLst/>
          </a:prstGeo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Date Placeholder 3"/>
          <p:cNvSpPr>
            <a:spLocks noGrp="1"/>
          </p:cNvSpPr>
          <p:nvPr>
            <p:ph type="dt" sz="half" idx="10"/>
          </p:nvPr>
        </p:nvSpPr>
        <p:spPr/>
        <p:txBody>
          <a:bodyPr/>
          <a:lstStyle/>
          <a:p>
            <a:pPr marL="0" marR="0" lvl="0" indent="0" algn="l"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5" name="Footer Placeholder 4"/>
          <p:cNvSpPr>
            <a:spLocks noGrp="1"/>
          </p:cNvSpPr>
          <p:nvPr>
            <p:ph type="ftr" sz="quarter" idx="11"/>
          </p:nvPr>
        </p:nvSpPr>
        <p:spPr/>
        <p:txBody>
          <a:bodyPr/>
          <a:lstStyle/>
          <a:p>
            <a:pPr marL="0" marR="0" lvl="0" indent="0" algn="ctr"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Calibri" panose="020F0502020204030204" pitchFamily="34" charset="0"/>
                <a:ea typeface="Microsoft YaHei" panose="020B0503020204020204" pitchFamily="34" charset="-122"/>
                <a:cs typeface="+mn-cs"/>
              </a:rPr>
              <a:t>‹#›</a:t>
            </a:fld>
            <a:endParaRPr lang="zh-CN" altLang="en-US" strike="noStrike" noProof="1">
              <a:latin typeface="Calibri" panose="020F0502020204030204" pitchFamily="34" charset="0"/>
            </a:endParaRPr>
          </a:p>
        </p:txBody>
      </p:sp>
    </p:spTree>
  </p:cSld>
  <p:clrMapOvr>
    <a:masterClrMapping/>
  </p:clrMapOvr>
  <p:transition spd="slow">
    <p:push/>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5"/>
            <a:ext cx="2057400" cy="4387850"/>
          </a:xfrm>
          <a:prstGeom prst="rect">
            <a:avLst/>
          </a:prstGeo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206375"/>
            <a:ext cx="6019800" cy="4387850"/>
          </a:xfrm>
          <a:prstGeom prst="rect">
            <a:avLst/>
          </a:prstGeo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Date Placeholder 3"/>
          <p:cNvSpPr>
            <a:spLocks noGrp="1"/>
          </p:cNvSpPr>
          <p:nvPr>
            <p:ph type="dt" sz="half" idx="10"/>
          </p:nvPr>
        </p:nvSpPr>
        <p:spPr/>
        <p:txBody>
          <a:bodyPr/>
          <a:lstStyle/>
          <a:p>
            <a:pPr marL="0" marR="0" lvl="0" indent="0" algn="l"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5" name="Footer Placeholder 4"/>
          <p:cNvSpPr>
            <a:spLocks noGrp="1"/>
          </p:cNvSpPr>
          <p:nvPr>
            <p:ph type="ftr" sz="quarter" idx="11"/>
          </p:nvPr>
        </p:nvSpPr>
        <p:spPr/>
        <p:txBody>
          <a:bodyPr/>
          <a:lstStyle/>
          <a:p>
            <a:pPr marL="0" marR="0" lvl="0" indent="0" algn="ctr"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Calibri" panose="020F0502020204030204" pitchFamily="34" charset="0"/>
                <a:ea typeface="Microsoft YaHei" panose="020B0503020204020204" pitchFamily="34" charset="-122"/>
                <a:cs typeface="+mn-cs"/>
              </a:rPr>
              <a:t>‹#›</a:t>
            </a:fld>
            <a:endParaRPr lang="zh-CN" altLang="en-US" strike="noStrike" noProof="1">
              <a:latin typeface="Calibri" panose="020F0502020204030204" pitchFamily="34" charset="0"/>
            </a:endParaRPr>
          </a:p>
        </p:txBody>
      </p:sp>
    </p:spTree>
  </p:cSld>
  <p:clrMapOvr>
    <a:masterClrMapping/>
  </p:clrMapOvr>
  <p:transition spd="slow">
    <p:push/>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292648" y="126424"/>
            <a:ext cx="779780" cy="260350"/>
          </a:xfrm>
          <a:custGeom>
            <a:avLst/>
            <a:gdLst/>
            <a:ahLst/>
            <a:cxnLst/>
            <a:rect l="l" t="t" r="r" b="b"/>
            <a:pathLst>
              <a:path w="779779" h="260350">
                <a:moveTo>
                  <a:pt x="779700" y="259799"/>
                </a:moveTo>
                <a:lnTo>
                  <a:pt x="0" y="259799"/>
                </a:lnTo>
                <a:lnTo>
                  <a:pt x="252817" y="0"/>
                </a:lnTo>
                <a:lnTo>
                  <a:pt x="779700" y="259799"/>
                </a:lnTo>
                <a:close/>
              </a:path>
            </a:pathLst>
          </a:custGeom>
          <a:solidFill>
            <a:srgbClr val="263148"/>
          </a:solidFill>
        </p:spPr>
        <p:txBody>
          <a:bodyPr wrap="square" lIns="0" tIns="0" rIns="0" bIns="0" rtlCol="0"/>
          <a:lstStyle/>
          <a:p>
            <a:endParaRPr/>
          </a:p>
        </p:txBody>
      </p:sp>
      <p:sp>
        <p:nvSpPr>
          <p:cNvPr id="17" name="bg object 17"/>
          <p:cNvSpPr/>
          <p:nvPr/>
        </p:nvSpPr>
        <p:spPr>
          <a:xfrm>
            <a:off x="0" y="50"/>
            <a:ext cx="6756400" cy="1327785"/>
          </a:xfrm>
          <a:custGeom>
            <a:avLst/>
            <a:gdLst/>
            <a:ahLst/>
            <a:cxnLst/>
            <a:rect l="l" t="t" r="r" b="b"/>
            <a:pathLst>
              <a:path w="6756400" h="1327785">
                <a:moveTo>
                  <a:pt x="6756159" y="0"/>
                </a:moveTo>
                <a:lnTo>
                  <a:pt x="5434355" y="0"/>
                </a:lnTo>
                <a:lnTo>
                  <a:pt x="5428856" y="0"/>
                </a:lnTo>
                <a:lnTo>
                  <a:pt x="0" y="0"/>
                </a:lnTo>
                <a:lnTo>
                  <a:pt x="0" y="1327302"/>
                </a:lnTo>
                <a:lnTo>
                  <a:pt x="5428856" y="1327302"/>
                </a:lnTo>
                <a:lnTo>
                  <a:pt x="5434355" y="1327302"/>
                </a:lnTo>
                <a:lnTo>
                  <a:pt x="5434355" y="1321816"/>
                </a:lnTo>
                <a:lnTo>
                  <a:pt x="6756159" y="0"/>
                </a:lnTo>
                <a:close/>
              </a:path>
            </a:pathLst>
          </a:custGeom>
          <a:solidFill>
            <a:srgbClr val="C7D3E6"/>
          </a:solidFill>
        </p:spPr>
        <p:txBody>
          <a:bodyPr wrap="square" lIns="0" tIns="0" rIns="0" bIns="0" rtlCol="0"/>
          <a:lstStyle/>
          <a:p>
            <a:endParaRPr/>
          </a:p>
        </p:txBody>
      </p:sp>
      <p:sp>
        <p:nvSpPr>
          <p:cNvPr id="18" name="bg object 18"/>
          <p:cNvSpPr/>
          <p:nvPr/>
        </p:nvSpPr>
        <p:spPr>
          <a:xfrm>
            <a:off x="0" y="381012"/>
            <a:ext cx="7072630" cy="772160"/>
          </a:xfrm>
          <a:custGeom>
            <a:avLst/>
            <a:gdLst/>
            <a:ahLst/>
            <a:cxnLst/>
            <a:rect l="l" t="t" r="r" b="b"/>
            <a:pathLst>
              <a:path w="7072630" h="772160">
                <a:moveTo>
                  <a:pt x="7072414" y="0"/>
                </a:moveTo>
                <a:lnTo>
                  <a:pt x="6303899" y="0"/>
                </a:lnTo>
                <a:lnTo>
                  <a:pt x="6300673" y="0"/>
                </a:lnTo>
                <a:lnTo>
                  <a:pt x="0" y="0"/>
                </a:lnTo>
                <a:lnTo>
                  <a:pt x="0" y="771740"/>
                </a:lnTo>
                <a:lnTo>
                  <a:pt x="6300673" y="771740"/>
                </a:lnTo>
                <a:lnTo>
                  <a:pt x="6303899" y="771740"/>
                </a:lnTo>
                <a:lnTo>
                  <a:pt x="6303899" y="768515"/>
                </a:lnTo>
                <a:lnTo>
                  <a:pt x="7072414" y="0"/>
                </a:lnTo>
                <a:close/>
              </a:path>
            </a:pathLst>
          </a:custGeom>
          <a:solidFill>
            <a:srgbClr val="3E5378"/>
          </a:solidFill>
        </p:spPr>
        <p:txBody>
          <a:bodyPr wrap="square" lIns="0" tIns="0" rIns="0" bIns="0" rtlCol="0"/>
          <a:lstStyle/>
          <a:p>
            <a:endParaRPr/>
          </a:p>
        </p:txBody>
      </p:sp>
      <p:sp>
        <p:nvSpPr>
          <p:cNvPr id="19" name="bg object 19"/>
          <p:cNvSpPr/>
          <p:nvPr/>
        </p:nvSpPr>
        <p:spPr>
          <a:xfrm>
            <a:off x="6946842" y="4948334"/>
            <a:ext cx="394335" cy="131445"/>
          </a:xfrm>
          <a:custGeom>
            <a:avLst/>
            <a:gdLst/>
            <a:ahLst/>
            <a:cxnLst/>
            <a:rect l="l" t="t" r="r" b="b"/>
            <a:pathLst>
              <a:path w="394334" h="131445">
                <a:moveTo>
                  <a:pt x="266379" y="131399"/>
                </a:moveTo>
                <a:lnTo>
                  <a:pt x="0" y="0"/>
                </a:lnTo>
                <a:lnTo>
                  <a:pt x="394199" y="0"/>
                </a:lnTo>
                <a:lnTo>
                  <a:pt x="266379" y="131399"/>
                </a:lnTo>
                <a:close/>
              </a:path>
            </a:pathLst>
          </a:custGeom>
          <a:solidFill>
            <a:srgbClr val="D16F00"/>
          </a:solidFill>
        </p:spPr>
        <p:txBody>
          <a:bodyPr wrap="square" lIns="0" tIns="0" rIns="0" bIns="0" rtlCol="0"/>
          <a:lstStyle/>
          <a:p>
            <a:endParaRPr/>
          </a:p>
        </p:txBody>
      </p:sp>
      <p:sp>
        <p:nvSpPr>
          <p:cNvPr id="20" name="bg object 20"/>
          <p:cNvSpPr/>
          <p:nvPr/>
        </p:nvSpPr>
        <p:spPr>
          <a:xfrm>
            <a:off x="7106437" y="4472724"/>
            <a:ext cx="2037714" cy="671195"/>
          </a:xfrm>
          <a:custGeom>
            <a:avLst/>
            <a:gdLst/>
            <a:ahLst/>
            <a:cxnLst/>
            <a:rect l="l" t="t" r="r" b="b"/>
            <a:pathLst>
              <a:path w="2037715" h="671195">
                <a:moveTo>
                  <a:pt x="2037562" y="12"/>
                </a:moveTo>
                <a:lnTo>
                  <a:pt x="670966" y="12"/>
                </a:lnTo>
                <a:lnTo>
                  <a:pt x="668248" y="12"/>
                </a:lnTo>
                <a:lnTo>
                  <a:pt x="668248" y="2717"/>
                </a:lnTo>
                <a:lnTo>
                  <a:pt x="0" y="670788"/>
                </a:lnTo>
                <a:lnTo>
                  <a:pt x="670966" y="670788"/>
                </a:lnTo>
                <a:lnTo>
                  <a:pt x="2037562" y="670775"/>
                </a:lnTo>
                <a:lnTo>
                  <a:pt x="2037562" y="12"/>
                </a:lnTo>
                <a:close/>
              </a:path>
            </a:pathLst>
          </a:custGeom>
          <a:solidFill>
            <a:srgbClr val="C7D3E6"/>
          </a:solidFill>
        </p:spPr>
        <p:txBody>
          <a:bodyPr wrap="square" lIns="0" tIns="0" rIns="0" bIns="0" rtlCol="0"/>
          <a:lstStyle/>
          <a:p>
            <a:endParaRPr/>
          </a:p>
        </p:txBody>
      </p:sp>
      <p:sp>
        <p:nvSpPr>
          <p:cNvPr id="21" name="bg object 21"/>
          <p:cNvSpPr/>
          <p:nvPr/>
        </p:nvSpPr>
        <p:spPr>
          <a:xfrm>
            <a:off x="6949808" y="4646739"/>
            <a:ext cx="2194560" cy="304800"/>
          </a:xfrm>
          <a:custGeom>
            <a:avLst/>
            <a:gdLst/>
            <a:ahLst/>
            <a:cxnLst/>
            <a:rect l="l" t="t" r="r" b="b"/>
            <a:pathLst>
              <a:path w="2194559" h="304800">
                <a:moveTo>
                  <a:pt x="2194191" y="12"/>
                </a:moveTo>
                <a:lnTo>
                  <a:pt x="304546" y="12"/>
                </a:lnTo>
                <a:lnTo>
                  <a:pt x="298145" y="12"/>
                </a:lnTo>
                <a:lnTo>
                  <a:pt x="298145" y="6413"/>
                </a:lnTo>
                <a:lnTo>
                  <a:pt x="0" y="304558"/>
                </a:lnTo>
                <a:lnTo>
                  <a:pt x="298145" y="304558"/>
                </a:lnTo>
                <a:lnTo>
                  <a:pt x="2194191" y="304571"/>
                </a:lnTo>
                <a:lnTo>
                  <a:pt x="2194191" y="12"/>
                </a:lnTo>
                <a:close/>
              </a:path>
            </a:pathLst>
          </a:custGeom>
          <a:solidFill>
            <a:srgbClr val="FF9800"/>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800" b="1" i="0">
                <a:solidFill>
                  <a:schemeClr val="bg1"/>
                </a:solidFill>
                <a:latin typeface="Roboto Cn"/>
                <a:cs typeface="Roboto C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3/12/2026</a:t>
            </a:fld>
            <a:endParaRPr lang="en-US"/>
          </a:p>
        </p:txBody>
      </p:sp>
      <p:sp>
        <p:nvSpPr>
          <p:cNvPr id="5" name="Holder 5"/>
          <p:cNvSpPr>
            <a:spLocks noGrp="1"/>
          </p:cNvSpPr>
          <p:nvPr>
            <p:ph type="sldNum" sz="quarter" idx="7"/>
          </p:nvPr>
        </p:nvSpPr>
        <p:spPr/>
        <p:txBody>
          <a:bodyPr lIns="0" tIns="0" rIns="0" bIns="0"/>
          <a:lstStyle>
            <a:lvl1pPr>
              <a:defRPr sz="1200" b="1" i="0">
                <a:solidFill>
                  <a:schemeClr val="bg1"/>
                </a:solidFill>
                <a:latin typeface="Calibri"/>
                <a:cs typeface="Calibri"/>
              </a:defRPr>
            </a:lvl1pPr>
          </a:lstStyle>
          <a:p>
            <a:pPr marL="38100">
              <a:lnSpc>
                <a:spcPct val="100000"/>
              </a:lnSpc>
              <a:spcBef>
                <a:spcPts val="10"/>
              </a:spcBef>
            </a:pPr>
            <a:fld id="{81D60167-4931-47E6-BA6A-407CBD079E47}" type="slidenum">
              <a:rPr dirty="0"/>
              <a:t>‹#›</a:t>
            </a:fld>
            <a:endParaRPr dirty="0"/>
          </a:p>
        </p:txBody>
      </p:sp>
    </p:spTree>
    <p:extLst>
      <p:ext uri="{BB962C8B-B14F-4D97-AF65-F5344CB8AC3E}">
        <p14:creationId xmlns:p14="http://schemas.microsoft.com/office/powerpoint/2010/main" val="3637922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98"/>
          <p:cNvSpPr>
            <a:spLocks noChangeArrowheads="1"/>
          </p:cNvSpPr>
          <p:nvPr/>
        </p:nvSpPr>
        <p:spPr bwMode="auto">
          <a:xfrm>
            <a:off x="0" y="1588"/>
            <a:ext cx="9144000" cy="5140325"/>
          </a:xfrm>
          <a:prstGeom prst="rect">
            <a:avLst/>
          </a:prstGeom>
          <a:solidFill>
            <a:srgbClr val="F0F0F0"/>
          </a:solidFill>
          <a:ln w="9525">
            <a:noFill/>
            <a:miter lim="800000"/>
          </a:ln>
        </p:spPr>
        <p:txBody>
          <a:bodyPr anchor="ctr"/>
          <a:lstStyle/>
          <a:p>
            <a:pPr marL="0" marR="0" lvl="0" indent="0" algn="ctr"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300" b="0" i="0" u="none" strike="noStrike" kern="1200" cap="none" spc="0" normalizeH="0" baseline="0" noProof="0">
              <a:ln>
                <a:noFill/>
              </a:ln>
              <a:solidFill>
                <a:srgbClr val="FFFFFF"/>
              </a:solidFill>
              <a:effectLst/>
              <a:uLnTx/>
              <a:uFillTx/>
              <a:latin typeface="Calibri" panose="020F0502020204030204" pitchFamily="34" charset="0"/>
              <a:ea typeface="Microsoft YaHei" panose="020B0503020204020204" pitchFamily="34" charset="-122"/>
              <a:cs typeface="+mn-cs"/>
            </a:endParaRPr>
          </a:p>
        </p:txBody>
      </p:sp>
      <p:grpSp>
        <p:nvGrpSpPr>
          <p:cNvPr id="1027" name="Group 3"/>
          <p:cNvGrpSpPr/>
          <p:nvPr userDrawn="1"/>
        </p:nvGrpSpPr>
        <p:grpSpPr>
          <a:xfrm>
            <a:off x="0" y="0"/>
            <a:ext cx="9144000" cy="5143500"/>
            <a:chOff x="0" y="0"/>
            <a:chExt cx="9144000" cy="5143501"/>
          </a:xfrm>
        </p:grpSpPr>
        <p:cxnSp>
          <p:nvCxnSpPr>
            <p:cNvPr id="1028" name="直接连接符 7"/>
            <p:cNvCxnSpPr/>
            <p:nvPr/>
          </p:nvCxnSpPr>
          <p:spPr>
            <a:xfrm flipV="1">
              <a:off x="1521823" y="0"/>
              <a:ext cx="164918" cy="1047206"/>
            </a:xfrm>
            <a:prstGeom prst="line">
              <a:avLst/>
            </a:prstGeom>
            <a:ln w="9525" cap="flat" cmpd="sng">
              <a:solidFill>
                <a:srgbClr val="CDCDCD"/>
              </a:solidFill>
              <a:prstDash val="dash"/>
              <a:round/>
              <a:headEnd type="none" w="med" len="med"/>
              <a:tailEnd type="none" w="med" len="med"/>
            </a:ln>
          </p:spPr>
        </p:cxnSp>
        <p:cxnSp>
          <p:nvCxnSpPr>
            <p:cNvPr id="1029" name="直接连接符 8"/>
            <p:cNvCxnSpPr/>
            <p:nvPr/>
          </p:nvCxnSpPr>
          <p:spPr>
            <a:xfrm flipH="1">
              <a:off x="0" y="1053737"/>
              <a:ext cx="1521823" cy="731519"/>
            </a:xfrm>
            <a:prstGeom prst="line">
              <a:avLst/>
            </a:prstGeom>
            <a:ln w="9525" cap="flat" cmpd="sng">
              <a:solidFill>
                <a:srgbClr val="CDCDCD"/>
              </a:solidFill>
              <a:prstDash val="dash"/>
              <a:round/>
              <a:headEnd type="none" w="med" len="med"/>
              <a:tailEnd type="none" w="med" len="med"/>
            </a:ln>
          </p:spPr>
        </p:cxnSp>
        <p:cxnSp>
          <p:nvCxnSpPr>
            <p:cNvPr id="1030" name="直接连接符 9"/>
            <p:cNvCxnSpPr/>
            <p:nvPr/>
          </p:nvCxnSpPr>
          <p:spPr>
            <a:xfrm flipV="1">
              <a:off x="1524000" y="16600"/>
              <a:ext cx="1049385" cy="1035507"/>
            </a:xfrm>
            <a:prstGeom prst="line">
              <a:avLst/>
            </a:prstGeom>
            <a:ln w="9525" cap="flat" cmpd="sng">
              <a:solidFill>
                <a:srgbClr val="CDCDCD"/>
              </a:solidFill>
              <a:prstDash val="dash"/>
              <a:round/>
              <a:headEnd type="none" w="med" len="med"/>
              <a:tailEnd type="none" w="med" len="med"/>
            </a:ln>
          </p:spPr>
        </p:cxnSp>
        <p:cxnSp>
          <p:nvCxnSpPr>
            <p:cNvPr id="1031" name="直接连接符 10"/>
            <p:cNvCxnSpPr/>
            <p:nvPr/>
          </p:nvCxnSpPr>
          <p:spPr>
            <a:xfrm flipH="1">
              <a:off x="1526721" y="896983"/>
              <a:ext cx="1590949" cy="161109"/>
            </a:xfrm>
            <a:prstGeom prst="line">
              <a:avLst/>
            </a:prstGeom>
            <a:ln w="9525" cap="flat" cmpd="sng">
              <a:solidFill>
                <a:srgbClr val="CDCDCD"/>
              </a:solidFill>
              <a:prstDash val="dash"/>
              <a:round/>
              <a:headEnd type="none" w="med" len="med"/>
              <a:tailEnd type="none" w="med" len="med"/>
            </a:ln>
          </p:spPr>
        </p:cxnSp>
        <p:cxnSp>
          <p:nvCxnSpPr>
            <p:cNvPr id="1032" name="直接连接符 11"/>
            <p:cNvCxnSpPr/>
            <p:nvPr/>
          </p:nvCxnSpPr>
          <p:spPr>
            <a:xfrm>
              <a:off x="1524000" y="1053737"/>
              <a:ext cx="224243" cy="1175656"/>
            </a:xfrm>
            <a:prstGeom prst="line">
              <a:avLst/>
            </a:prstGeom>
            <a:ln w="9525" cap="flat" cmpd="sng">
              <a:solidFill>
                <a:srgbClr val="CDCDCD"/>
              </a:solidFill>
              <a:prstDash val="dash"/>
              <a:round/>
              <a:headEnd type="none" w="med" len="med"/>
              <a:tailEnd type="none" w="med" len="med"/>
            </a:ln>
          </p:spPr>
        </p:cxnSp>
        <p:cxnSp>
          <p:nvCxnSpPr>
            <p:cNvPr id="1033" name="直接连接符 12"/>
            <p:cNvCxnSpPr/>
            <p:nvPr/>
          </p:nvCxnSpPr>
          <p:spPr>
            <a:xfrm flipV="1">
              <a:off x="1748244" y="896985"/>
              <a:ext cx="1369425" cy="1323698"/>
            </a:xfrm>
            <a:prstGeom prst="line">
              <a:avLst/>
            </a:prstGeom>
            <a:ln w="9525" cap="flat" cmpd="sng">
              <a:solidFill>
                <a:srgbClr val="CDCDCD"/>
              </a:solidFill>
              <a:prstDash val="dash"/>
              <a:round/>
              <a:headEnd type="none" w="med" len="med"/>
              <a:tailEnd type="none" w="med" len="med"/>
            </a:ln>
          </p:spPr>
        </p:cxnSp>
        <p:cxnSp>
          <p:nvCxnSpPr>
            <p:cNvPr id="1034" name="直接连接符 13"/>
            <p:cNvCxnSpPr/>
            <p:nvPr/>
          </p:nvCxnSpPr>
          <p:spPr>
            <a:xfrm flipH="1" flipV="1">
              <a:off x="1" y="1785257"/>
              <a:ext cx="1748242" cy="438149"/>
            </a:xfrm>
            <a:prstGeom prst="line">
              <a:avLst/>
            </a:prstGeom>
            <a:ln w="9525" cap="flat" cmpd="sng">
              <a:solidFill>
                <a:srgbClr val="CDCDCD"/>
              </a:solidFill>
              <a:prstDash val="dash"/>
              <a:round/>
              <a:headEnd type="none" w="med" len="med"/>
              <a:tailEnd type="none" w="med" len="med"/>
            </a:ln>
          </p:spPr>
        </p:cxnSp>
        <p:cxnSp>
          <p:nvCxnSpPr>
            <p:cNvPr id="1035" name="直接连接符 14"/>
            <p:cNvCxnSpPr/>
            <p:nvPr/>
          </p:nvCxnSpPr>
          <p:spPr>
            <a:xfrm>
              <a:off x="1748245" y="2220685"/>
              <a:ext cx="1238795" cy="130629"/>
            </a:xfrm>
            <a:prstGeom prst="line">
              <a:avLst/>
            </a:prstGeom>
            <a:ln w="9525" cap="flat" cmpd="sng">
              <a:solidFill>
                <a:srgbClr val="CDCDCD"/>
              </a:solidFill>
              <a:prstDash val="dash"/>
              <a:round/>
              <a:headEnd type="none" w="med" len="med"/>
              <a:tailEnd type="none" w="med" len="med"/>
            </a:ln>
          </p:spPr>
        </p:cxnSp>
        <p:cxnSp>
          <p:nvCxnSpPr>
            <p:cNvPr id="1036" name="直接连接符 15"/>
            <p:cNvCxnSpPr/>
            <p:nvPr/>
          </p:nvCxnSpPr>
          <p:spPr>
            <a:xfrm flipH="1">
              <a:off x="2743199" y="2342606"/>
              <a:ext cx="243841" cy="905691"/>
            </a:xfrm>
            <a:prstGeom prst="line">
              <a:avLst/>
            </a:prstGeom>
            <a:ln w="9525" cap="flat" cmpd="sng">
              <a:solidFill>
                <a:srgbClr val="CDCDCD"/>
              </a:solidFill>
              <a:prstDash val="dash"/>
              <a:round/>
              <a:headEnd type="none" w="med" len="med"/>
              <a:tailEnd type="none" w="med" len="med"/>
            </a:ln>
          </p:spPr>
        </p:cxnSp>
        <p:cxnSp>
          <p:nvCxnSpPr>
            <p:cNvPr id="1037" name="直接连接符 16"/>
            <p:cNvCxnSpPr/>
            <p:nvPr/>
          </p:nvCxnSpPr>
          <p:spPr>
            <a:xfrm flipH="1" flipV="1">
              <a:off x="1743891" y="2220684"/>
              <a:ext cx="999310" cy="1036324"/>
            </a:xfrm>
            <a:prstGeom prst="line">
              <a:avLst/>
            </a:prstGeom>
            <a:ln w="9525" cap="flat" cmpd="sng">
              <a:solidFill>
                <a:srgbClr val="CDCDCD"/>
              </a:solidFill>
              <a:prstDash val="dash"/>
              <a:round/>
              <a:headEnd type="none" w="med" len="med"/>
              <a:tailEnd type="none" w="med" len="med"/>
            </a:ln>
          </p:spPr>
        </p:cxnSp>
        <p:cxnSp>
          <p:nvCxnSpPr>
            <p:cNvPr id="1038" name="直接连接符 17"/>
            <p:cNvCxnSpPr/>
            <p:nvPr/>
          </p:nvCxnSpPr>
          <p:spPr>
            <a:xfrm flipH="1">
              <a:off x="1741714" y="3248297"/>
              <a:ext cx="1001486" cy="853440"/>
            </a:xfrm>
            <a:prstGeom prst="line">
              <a:avLst/>
            </a:prstGeom>
            <a:ln w="9525" cap="flat" cmpd="sng">
              <a:solidFill>
                <a:srgbClr val="CDCDCD"/>
              </a:solidFill>
              <a:prstDash val="dash"/>
              <a:round/>
              <a:headEnd type="none" w="med" len="med"/>
              <a:tailEnd type="none" w="med" len="med"/>
            </a:ln>
          </p:spPr>
        </p:cxnSp>
        <p:cxnSp>
          <p:nvCxnSpPr>
            <p:cNvPr id="1039" name="直接连接符 18"/>
            <p:cNvCxnSpPr/>
            <p:nvPr/>
          </p:nvCxnSpPr>
          <p:spPr>
            <a:xfrm flipV="1">
              <a:off x="1741714" y="2223408"/>
              <a:ext cx="8706" cy="1878329"/>
            </a:xfrm>
            <a:prstGeom prst="line">
              <a:avLst/>
            </a:prstGeom>
            <a:ln w="9525" cap="flat" cmpd="sng">
              <a:solidFill>
                <a:srgbClr val="CDCDCD"/>
              </a:solidFill>
              <a:prstDash val="dash"/>
              <a:round/>
              <a:headEnd type="none" w="med" len="med"/>
              <a:tailEnd type="none" w="med" len="med"/>
            </a:ln>
          </p:spPr>
        </p:cxnSp>
        <p:cxnSp>
          <p:nvCxnSpPr>
            <p:cNvPr id="1040" name="直接连接符 19"/>
            <p:cNvCxnSpPr/>
            <p:nvPr/>
          </p:nvCxnSpPr>
          <p:spPr>
            <a:xfrm flipH="1">
              <a:off x="681446" y="2225036"/>
              <a:ext cx="1068975" cy="750574"/>
            </a:xfrm>
            <a:prstGeom prst="line">
              <a:avLst/>
            </a:prstGeom>
            <a:ln w="9525" cap="flat" cmpd="sng">
              <a:solidFill>
                <a:srgbClr val="CDCDCD"/>
              </a:solidFill>
              <a:prstDash val="dash"/>
              <a:round/>
              <a:headEnd type="none" w="med" len="med"/>
              <a:tailEnd type="none" w="med" len="med"/>
            </a:ln>
          </p:spPr>
        </p:cxnSp>
        <p:cxnSp>
          <p:nvCxnSpPr>
            <p:cNvPr id="1041" name="直接连接符 20"/>
            <p:cNvCxnSpPr/>
            <p:nvPr/>
          </p:nvCxnSpPr>
          <p:spPr>
            <a:xfrm>
              <a:off x="681446" y="2976154"/>
              <a:ext cx="1060268" cy="1116875"/>
            </a:xfrm>
            <a:prstGeom prst="line">
              <a:avLst/>
            </a:prstGeom>
            <a:ln w="9525" cap="flat" cmpd="sng">
              <a:solidFill>
                <a:srgbClr val="CDCDCD"/>
              </a:solidFill>
              <a:prstDash val="dash"/>
              <a:round/>
              <a:headEnd type="none" w="med" len="med"/>
              <a:tailEnd type="none" w="med" len="med"/>
            </a:ln>
          </p:spPr>
        </p:cxnSp>
        <p:cxnSp>
          <p:nvCxnSpPr>
            <p:cNvPr id="1042" name="直接连接符 21"/>
            <p:cNvCxnSpPr/>
            <p:nvPr/>
          </p:nvCxnSpPr>
          <p:spPr>
            <a:xfrm flipH="1" flipV="1">
              <a:off x="0" y="1785258"/>
              <a:ext cx="681445" cy="1188719"/>
            </a:xfrm>
            <a:prstGeom prst="line">
              <a:avLst/>
            </a:prstGeom>
            <a:ln w="9525" cap="flat" cmpd="sng">
              <a:solidFill>
                <a:srgbClr val="CDCDCD"/>
              </a:solidFill>
              <a:prstDash val="dash"/>
              <a:round/>
              <a:headEnd type="none" w="med" len="med"/>
              <a:tailEnd type="none" w="med" len="med"/>
            </a:ln>
          </p:spPr>
        </p:cxnSp>
        <p:cxnSp>
          <p:nvCxnSpPr>
            <p:cNvPr id="1043" name="直接连接符 22"/>
            <p:cNvCxnSpPr/>
            <p:nvPr/>
          </p:nvCxnSpPr>
          <p:spPr>
            <a:xfrm flipH="1">
              <a:off x="0" y="2969623"/>
              <a:ext cx="681446" cy="1123406"/>
            </a:xfrm>
            <a:prstGeom prst="line">
              <a:avLst/>
            </a:prstGeom>
            <a:ln w="9525" cap="flat" cmpd="sng">
              <a:solidFill>
                <a:srgbClr val="CDCDCD"/>
              </a:solidFill>
              <a:prstDash val="dash"/>
              <a:round/>
              <a:headEnd type="none" w="med" len="med"/>
              <a:tailEnd type="none" w="med" len="med"/>
            </a:ln>
          </p:spPr>
        </p:cxnSp>
        <p:cxnSp>
          <p:nvCxnSpPr>
            <p:cNvPr id="1044" name="直接连接符 23"/>
            <p:cNvCxnSpPr/>
            <p:nvPr/>
          </p:nvCxnSpPr>
          <p:spPr>
            <a:xfrm flipH="1">
              <a:off x="0" y="3966755"/>
              <a:ext cx="1009652" cy="134982"/>
            </a:xfrm>
            <a:prstGeom prst="line">
              <a:avLst/>
            </a:prstGeom>
            <a:ln w="9525" cap="flat" cmpd="sng">
              <a:solidFill>
                <a:srgbClr val="CDCDCD"/>
              </a:solidFill>
              <a:prstDash val="dash"/>
              <a:round/>
              <a:headEnd type="none" w="med" len="med"/>
              <a:tailEnd type="none" w="med" len="med"/>
            </a:ln>
          </p:spPr>
        </p:cxnSp>
        <p:cxnSp>
          <p:nvCxnSpPr>
            <p:cNvPr id="1045" name="直接连接符 24"/>
            <p:cNvCxnSpPr/>
            <p:nvPr/>
          </p:nvCxnSpPr>
          <p:spPr>
            <a:xfrm flipH="1">
              <a:off x="905692" y="4101737"/>
              <a:ext cx="836022" cy="1041763"/>
            </a:xfrm>
            <a:prstGeom prst="line">
              <a:avLst/>
            </a:prstGeom>
            <a:ln w="9525" cap="flat" cmpd="sng">
              <a:solidFill>
                <a:srgbClr val="CDCDCD"/>
              </a:solidFill>
              <a:prstDash val="dash"/>
              <a:round/>
              <a:headEnd type="none" w="med" len="med"/>
              <a:tailEnd type="none" w="med" len="med"/>
            </a:ln>
          </p:spPr>
        </p:cxnSp>
        <p:cxnSp>
          <p:nvCxnSpPr>
            <p:cNvPr id="1046" name="直接连接符 25"/>
            <p:cNvCxnSpPr/>
            <p:nvPr/>
          </p:nvCxnSpPr>
          <p:spPr>
            <a:xfrm flipH="1" flipV="1">
              <a:off x="0" y="4101737"/>
              <a:ext cx="905691" cy="1041763"/>
            </a:xfrm>
            <a:prstGeom prst="line">
              <a:avLst/>
            </a:prstGeom>
            <a:ln w="9525" cap="flat" cmpd="sng">
              <a:solidFill>
                <a:srgbClr val="CDCDCD"/>
              </a:solidFill>
              <a:prstDash val="dash"/>
              <a:round/>
              <a:headEnd type="none" w="med" len="med"/>
              <a:tailEnd type="none" w="med" len="med"/>
            </a:ln>
          </p:spPr>
        </p:cxnSp>
        <p:cxnSp>
          <p:nvCxnSpPr>
            <p:cNvPr id="1047" name="直接连接符 26"/>
            <p:cNvCxnSpPr/>
            <p:nvPr/>
          </p:nvCxnSpPr>
          <p:spPr>
            <a:xfrm>
              <a:off x="1741714" y="4093029"/>
              <a:ext cx="1175657" cy="391885"/>
            </a:xfrm>
            <a:prstGeom prst="line">
              <a:avLst/>
            </a:prstGeom>
            <a:ln w="9525" cap="flat" cmpd="sng">
              <a:solidFill>
                <a:srgbClr val="CDCDCD"/>
              </a:solidFill>
              <a:prstDash val="dash"/>
              <a:round/>
              <a:headEnd type="none" w="med" len="med"/>
              <a:tailEnd type="none" w="med" len="med"/>
            </a:ln>
          </p:spPr>
        </p:cxnSp>
        <p:cxnSp>
          <p:nvCxnSpPr>
            <p:cNvPr id="1048" name="直接连接符 27"/>
            <p:cNvCxnSpPr/>
            <p:nvPr/>
          </p:nvCxnSpPr>
          <p:spPr>
            <a:xfrm flipH="1" flipV="1">
              <a:off x="2741025" y="3257006"/>
              <a:ext cx="176347" cy="1227909"/>
            </a:xfrm>
            <a:prstGeom prst="line">
              <a:avLst/>
            </a:prstGeom>
            <a:ln w="9525" cap="flat" cmpd="sng">
              <a:solidFill>
                <a:srgbClr val="CDCDCD"/>
              </a:solidFill>
              <a:prstDash val="dash"/>
              <a:round/>
              <a:headEnd type="none" w="med" len="med"/>
              <a:tailEnd type="none" w="med" len="med"/>
            </a:ln>
          </p:spPr>
        </p:cxnSp>
        <p:cxnSp>
          <p:nvCxnSpPr>
            <p:cNvPr id="1049" name="直接连接符 28"/>
            <p:cNvCxnSpPr/>
            <p:nvPr/>
          </p:nvCxnSpPr>
          <p:spPr>
            <a:xfrm flipH="1">
              <a:off x="2211977" y="4484914"/>
              <a:ext cx="705394" cy="658586"/>
            </a:xfrm>
            <a:prstGeom prst="line">
              <a:avLst/>
            </a:prstGeom>
            <a:ln w="9525" cap="flat" cmpd="sng">
              <a:solidFill>
                <a:srgbClr val="CDCDCD"/>
              </a:solidFill>
              <a:prstDash val="dash"/>
              <a:round/>
              <a:headEnd type="none" w="med" len="med"/>
              <a:tailEnd type="none" w="med" len="med"/>
            </a:ln>
          </p:spPr>
        </p:cxnSp>
        <p:cxnSp>
          <p:nvCxnSpPr>
            <p:cNvPr id="1050" name="直接连接符 29"/>
            <p:cNvCxnSpPr/>
            <p:nvPr/>
          </p:nvCxnSpPr>
          <p:spPr>
            <a:xfrm flipH="1" flipV="1">
              <a:off x="1741714" y="4101737"/>
              <a:ext cx="452846" cy="1041764"/>
            </a:xfrm>
            <a:prstGeom prst="line">
              <a:avLst/>
            </a:prstGeom>
            <a:ln w="9525" cap="flat" cmpd="sng">
              <a:solidFill>
                <a:srgbClr val="CDCDCD"/>
              </a:solidFill>
              <a:prstDash val="dash"/>
              <a:round/>
              <a:headEnd type="none" w="med" len="med"/>
              <a:tailEnd type="none" w="med" len="med"/>
            </a:ln>
          </p:spPr>
        </p:cxnSp>
        <p:cxnSp>
          <p:nvCxnSpPr>
            <p:cNvPr id="1051" name="直接连接符 30"/>
            <p:cNvCxnSpPr/>
            <p:nvPr/>
          </p:nvCxnSpPr>
          <p:spPr>
            <a:xfrm flipV="1">
              <a:off x="2917371" y="4093029"/>
              <a:ext cx="1175658" cy="391885"/>
            </a:xfrm>
            <a:prstGeom prst="line">
              <a:avLst/>
            </a:prstGeom>
            <a:ln w="9525" cap="flat" cmpd="sng">
              <a:solidFill>
                <a:srgbClr val="CDCDCD"/>
              </a:solidFill>
              <a:prstDash val="dash"/>
              <a:round/>
              <a:headEnd type="none" w="med" len="med"/>
              <a:tailEnd type="none" w="med" len="med"/>
            </a:ln>
          </p:spPr>
        </p:cxnSp>
        <p:cxnSp>
          <p:nvCxnSpPr>
            <p:cNvPr id="1052" name="直接连接符 31"/>
            <p:cNvCxnSpPr/>
            <p:nvPr/>
          </p:nvCxnSpPr>
          <p:spPr>
            <a:xfrm>
              <a:off x="2917371" y="4484914"/>
              <a:ext cx="1654629" cy="658586"/>
            </a:xfrm>
            <a:prstGeom prst="line">
              <a:avLst/>
            </a:prstGeom>
            <a:ln w="9525" cap="flat" cmpd="sng">
              <a:solidFill>
                <a:srgbClr val="CDCDCD"/>
              </a:solidFill>
              <a:prstDash val="dash"/>
              <a:round/>
              <a:headEnd type="none" w="med" len="med"/>
              <a:tailEnd type="none" w="med" len="med"/>
            </a:ln>
          </p:spPr>
        </p:cxnSp>
        <p:cxnSp>
          <p:nvCxnSpPr>
            <p:cNvPr id="1053" name="直接连接符 32"/>
            <p:cNvCxnSpPr/>
            <p:nvPr/>
          </p:nvCxnSpPr>
          <p:spPr>
            <a:xfrm>
              <a:off x="4093029" y="4101737"/>
              <a:ext cx="478971" cy="1041763"/>
            </a:xfrm>
            <a:prstGeom prst="line">
              <a:avLst/>
            </a:prstGeom>
            <a:ln w="9525" cap="flat" cmpd="sng">
              <a:solidFill>
                <a:srgbClr val="CDCDCD"/>
              </a:solidFill>
              <a:prstDash val="dash"/>
              <a:round/>
              <a:headEnd type="none" w="med" len="med"/>
              <a:tailEnd type="none" w="med" len="med"/>
            </a:ln>
          </p:spPr>
        </p:cxnSp>
        <p:cxnSp>
          <p:nvCxnSpPr>
            <p:cNvPr id="1054" name="直接连接符 33"/>
            <p:cNvCxnSpPr/>
            <p:nvPr/>
          </p:nvCxnSpPr>
          <p:spPr>
            <a:xfrm flipH="1" flipV="1">
              <a:off x="2743200" y="3257006"/>
              <a:ext cx="1349829" cy="844731"/>
            </a:xfrm>
            <a:prstGeom prst="line">
              <a:avLst/>
            </a:prstGeom>
            <a:ln w="9525" cap="flat" cmpd="sng">
              <a:solidFill>
                <a:srgbClr val="CDCDCD"/>
              </a:solidFill>
              <a:prstDash val="dash"/>
              <a:round/>
              <a:headEnd type="none" w="med" len="med"/>
              <a:tailEnd type="none" w="med" len="med"/>
            </a:ln>
          </p:spPr>
        </p:cxnSp>
        <p:cxnSp>
          <p:nvCxnSpPr>
            <p:cNvPr id="1055" name="直接连接符 34"/>
            <p:cNvCxnSpPr/>
            <p:nvPr/>
          </p:nvCxnSpPr>
          <p:spPr>
            <a:xfrm flipV="1">
              <a:off x="4093029" y="2690949"/>
              <a:ext cx="296091" cy="1410789"/>
            </a:xfrm>
            <a:prstGeom prst="line">
              <a:avLst/>
            </a:prstGeom>
            <a:ln w="9525" cap="flat" cmpd="sng">
              <a:solidFill>
                <a:srgbClr val="CDCDCD"/>
              </a:solidFill>
              <a:prstDash val="dash"/>
              <a:round/>
              <a:headEnd type="none" w="med" len="med"/>
              <a:tailEnd type="none" w="med" len="med"/>
            </a:ln>
          </p:spPr>
        </p:cxnSp>
        <p:cxnSp>
          <p:nvCxnSpPr>
            <p:cNvPr id="1056" name="直接连接符 35"/>
            <p:cNvCxnSpPr/>
            <p:nvPr/>
          </p:nvCxnSpPr>
          <p:spPr>
            <a:xfrm flipH="1">
              <a:off x="2743200" y="2690949"/>
              <a:ext cx="1645920" cy="557348"/>
            </a:xfrm>
            <a:prstGeom prst="line">
              <a:avLst/>
            </a:prstGeom>
            <a:ln w="9525" cap="flat" cmpd="sng">
              <a:solidFill>
                <a:srgbClr val="CDCDCD"/>
              </a:solidFill>
              <a:prstDash val="dash"/>
              <a:round/>
              <a:headEnd type="none" w="med" len="med"/>
              <a:tailEnd type="none" w="med" len="med"/>
            </a:ln>
          </p:spPr>
        </p:cxnSp>
        <p:cxnSp>
          <p:nvCxnSpPr>
            <p:cNvPr id="1057" name="直接连接符 36"/>
            <p:cNvCxnSpPr/>
            <p:nvPr/>
          </p:nvCxnSpPr>
          <p:spPr>
            <a:xfrm>
              <a:off x="2987040" y="2351314"/>
              <a:ext cx="1402080" cy="339635"/>
            </a:xfrm>
            <a:prstGeom prst="line">
              <a:avLst/>
            </a:prstGeom>
            <a:ln w="9525" cap="flat" cmpd="sng">
              <a:solidFill>
                <a:srgbClr val="CDCDCD"/>
              </a:solidFill>
              <a:prstDash val="dash"/>
              <a:round/>
              <a:headEnd type="none" w="med" len="med"/>
              <a:tailEnd type="none" w="med" len="med"/>
            </a:ln>
          </p:spPr>
        </p:cxnSp>
        <p:cxnSp>
          <p:nvCxnSpPr>
            <p:cNvPr id="1058" name="直接连接符 37"/>
            <p:cNvCxnSpPr/>
            <p:nvPr/>
          </p:nvCxnSpPr>
          <p:spPr>
            <a:xfrm flipV="1">
              <a:off x="2987040" y="896983"/>
              <a:ext cx="130629" cy="1445623"/>
            </a:xfrm>
            <a:prstGeom prst="line">
              <a:avLst/>
            </a:prstGeom>
            <a:ln w="9525" cap="flat" cmpd="sng">
              <a:solidFill>
                <a:srgbClr val="CDCDCD"/>
              </a:solidFill>
              <a:prstDash val="dash"/>
              <a:round/>
              <a:headEnd type="none" w="med" len="med"/>
              <a:tailEnd type="none" w="med" len="med"/>
            </a:ln>
          </p:spPr>
        </p:cxnSp>
        <p:cxnSp>
          <p:nvCxnSpPr>
            <p:cNvPr id="1059" name="直接连接符 38"/>
            <p:cNvCxnSpPr/>
            <p:nvPr/>
          </p:nvCxnSpPr>
          <p:spPr>
            <a:xfrm flipV="1">
              <a:off x="2987040" y="1402080"/>
              <a:ext cx="1227909" cy="949234"/>
            </a:xfrm>
            <a:prstGeom prst="line">
              <a:avLst/>
            </a:prstGeom>
            <a:ln w="9525" cap="flat" cmpd="sng">
              <a:solidFill>
                <a:srgbClr val="CDCDCD"/>
              </a:solidFill>
              <a:prstDash val="dash"/>
              <a:round/>
              <a:headEnd type="none" w="med" len="med"/>
              <a:tailEnd type="none" w="med" len="med"/>
            </a:ln>
          </p:spPr>
        </p:cxnSp>
        <p:cxnSp>
          <p:nvCxnSpPr>
            <p:cNvPr id="1060" name="直接连接符 39"/>
            <p:cNvCxnSpPr/>
            <p:nvPr/>
          </p:nvCxnSpPr>
          <p:spPr>
            <a:xfrm>
              <a:off x="4214949" y="1402080"/>
              <a:ext cx="174171" cy="1288869"/>
            </a:xfrm>
            <a:prstGeom prst="line">
              <a:avLst/>
            </a:prstGeom>
            <a:ln w="9525" cap="flat" cmpd="sng">
              <a:solidFill>
                <a:srgbClr val="CDCDCD"/>
              </a:solidFill>
              <a:prstDash val="dash"/>
              <a:round/>
              <a:headEnd type="none" w="med" len="med"/>
              <a:tailEnd type="none" w="med" len="med"/>
            </a:ln>
          </p:spPr>
        </p:cxnSp>
        <p:cxnSp>
          <p:nvCxnSpPr>
            <p:cNvPr id="1061" name="直接连接符 40"/>
            <p:cNvCxnSpPr/>
            <p:nvPr/>
          </p:nvCxnSpPr>
          <p:spPr>
            <a:xfrm flipH="1" flipV="1">
              <a:off x="3117669" y="896983"/>
              <a:ext cx="1097280" cy="505097"/>
            </a:xfrm>
            <a:prstGeom prst="line">
              <a:avLst/>
            </a:prstGeom>
            <a:ln w="9525" cap="flat" cmpd="sng">
              <a:solidFill>
                <a:srgbClr val="CDCDCD"/>
              </a:solidFill>
              <a:prstDash val="dash"/>
              <a:round/>
              <a:headEnd type="none" w="med" len="med"/>
              <a:tailEnd type="none" w="med" len="med"/>
            </a:ln>
          </p:spPr>
        </p:cxnSp>
        <p:cxnSp>
          <p:nvCxnSpPr>
            <p:cNvPr id="1062" name="直接连接符 41"/>
            <p:cNvCxnSpPr/>
            <p:nvPr/>
          </p:nvCxnSpPr>
          <p:spPr>
            <a:xfrm flipH="1" flipV="1">
              <a:off x="2569029" y="0"/>
              <a:ext cx="548640" cy="896983"/>
            </a:xfrm>
            <a:prstGeom prst="line">
              <a:avLst/>
            </a:prstGeom>
            <a:ln w="9525" cap="flat" cmpd="sng">
              <a:solidFill>
                <a:srgbClr val="CDCDCD"/>
              </a:solidFill>
              <a:prstDash val="dash"/>
              <a:round/>
              <a:headEnd type="none" w="med" len="med"/>
              <a:tailEnd type="none" w="med" len="med"/>
            </a:ln>
          </p:spPr>
        </p:cxnSp>
        <p:cxnSp>
          <p:nvCxnSpPr>
            <p:cNvPr id="1063" name="直接连接符 42"/>
            <p:cNvCxnSpPr/>
            <p:nvPr/>
          </p:nvCxnSpPr>
          <p:spPr>
            <a:xfrm flipV="1">
              <a:off x="3117668" y="1"/>
              <a:ext cx="1454332" cy="881742"/>
            </a:xfrm>
            <a:prstGeom prst="line">
              <a:avLst/>
            </a:prstGeom>
            <a:ln w="9525" cap="flat" cmpd="sng">
              <a:solidFill>
                <a:srgbClr val="CDCDCD"/>
              </a:solidFill>
              <a:prstDash val="dash"/>
              <a:round/>
              <a:headEnd type="none" w="med" len="med"/>
              <a:tailEnd type="none" w="med" len="med"/>
            </a:ln>
          </p:spPr>
        </p:cxnSp>
        <p:cxnSp>
          <p:nvCxnSpPr>
            <p:cNvPr id="1064" name="直接连接符 43"/>
            <p:cNvCxnSpPr/>
            <p:nvPr/>
          </p:nvCxnSpPr>
          <p:spPr>
            <a:xfrm flipV="1">
              <a:off x="4214949" y="0"/>
              <a:ext cx="357051" cy="1402080"/>
            </a:xfrm>
            <a:prstGeom prst="line">
              <a:avLst/>
            </a:prstGeom>
            <a:ln w="9525" cap="flat" cmpd="sng">
              <a:solidFill>
                <a:srgbClr val="CDCDCD"/>
              </a:solidFill>
              <a:prstDash val="dash"/>
              <a:round/>
              <a:headEnd type="none" w="med" len="med"/>
              <a:tailEnd type="none" w="med" len="med"/>
            </a:ln>
          </p:spPr>
        </p:cxnSp>
        <p:cxnSp>
          <p:nvCxnSpPr>
            <p:cNvPr id="1065" name="直接连接符 44"/>
            <p:cNvCxnSpPr/>
            <p:nvPr/>
          </p:nvCxnSpPr>
          <p:spPr>
            <a:xfrm>
              <a:off x="4572000" y="0"/>
              <a:ext cx="1201783" cy="618309"/>
            </a:xfrm>
            <a:prstGeom prst="line">
              <a:avLst/>
            </a:prstGeom>
            <a:ln w="9525" cap="flat" cmpd="sng">
              <a:solidFill>
                <a:srgbClr val="CDCDCD"/>
              </a:solidFill>
              <a:prstDash val="dash"/>
              <a:round/>
              <a:headEnd type="none" w="med" len="med"/>
              <a:tailEnd type="none" w="med" len="med"/>
            </a:ln>
          </p:spPr>
        </p:cxnSp>
        <p:cxnSp>
          <p:nvCxnSpPr>
            <p:cNvPr id="1066" name="直接连接符 45"/>
            <p:cNvCxnSpPr/>
            <p:nvPr/>
          </p:nvCxnSpPr>
          <p:spPr>
            <a:xfrm flipH="1">
              <a:off x="4214949" y="618309"/>
              <a:ext cx="1558834" cy="783771"/>
            </a:xfrm>
            <a:prstGeom prst="line">
              <a:avLst/>
            </a:prstGeom>
            <a:ln w="9525" cap="flat" cmpd="sng">
              <a:solidFill>
                <a:srgbClr val="CDCDCD"/>
              </a:solidFill>
              <a:prstDash val="dash"/>
              <a:round/>
              <a:headEnd type="none" w="med" len="med"/>
              <a:tailEnd type="none" w="med" len="med"/>
            </a:ln>
          </p:spPr>
        </p:cxnSp>
        <p:cxnSp>
          <p:nvCxnSpPr>
            <p:cNvPr id="1067" name="直接连接符 46"/>
            <p:cNvCxnSpPr/>
            <p:nvPr/>
          </p:nvCxnSpPr>
          <p:spPr>
            <a:xfrm flipH="1">
              <a:off x="5503818" y="618309"/>
              <a:ext cx="269965" cy="1105988"/>
            </a:xfrm>
            <a:prstGeom prst="line">
              <a:avLst/>
            </a:prstGeom>
            <a:ln w="9525" cap="flat" cmpd="sng">
              <a:solidFill>
                <a:srgbClr val="CDCDCD"/>
              </a:solidFill>
              <a:prstDash val="dash"/>
              <a:round/>
              <a:headEnd type="none" w="med" len="med"/>
              <a:tailEnd type="none" w="med" len="med"/>
            </a:ln>
          </p:spPr>
        </p:cxnSp>
        <p:cxnSp>
          <p:nvCxnSpPr>
            <p:cNvPr id="1068" name="直接连接符 47"/>
            <p:cNvCxnSpPr/>
            <p:nvPr/>
          </p:nvCxnSpPr>
          <p:spPr>
            <a:xfrm flipH="1" flipV="1">
              <a:off x="4214950" y="1402081"/>
              <a:ext cx="1288868" cy="322216"/>
            </a:xfrm>
            <a:prstGeom prst="line">
              <a:avLst/>
            </a:prstGeom>
            <a:ln w="9525" cap="flat" cmpd="sng">
              <a:solidFill>
                <a:srgbClr val="CDCDCD"/>
              </a:solidFill>
              <a:prstDash val="dash"/>
              <a:round/>
              <a:headEnd type="none" w="med" len="med"/>
              <a:tailEnd type="none" w="med" len="med"/>
            </a:ln>
          </p:spPr>
        </p:cxnSp>
        <p:cxnSp>
          <p:nvCxnSpPr>
            <p:cNvPr id="1069" name="直接连接符 48"/>
            <p:cNvCxnSpPr/>
            <p:nvPr/>
          </p:nvCxnSpPr>
          <p:spPr>
            <a:xfrm flipH="1">
              <a:off x="4389120" y="1733006"/>
              <a:ext cx="1105989" cy="957943"/>
            </a:xfrm>
            <a:prstGeom prst="line">
              <a:avLst/>
            </a:prstGeom>
            <a:ln w="9525" cap="flat" cmpd="sng">
              <a:solidFill>
                <a:srgbClr val="CDCDCD"/>
              </a:solidFill>
              <a:prstDash val="dash"/>
              <a:round/>
              <a:headEnd type="none" w="med" len="med"/>
              <a:tailEnd type="none" w="med" len="med"/>
            </a:ln>
          </p:spPr>
        </p:cxnSp>
        <p:cxnSp>
          <p:nvCxnSpPr>
            <p:cNvPr id="1070" name="直接连接符 49"/>
            <p:cNvCxnSpPr/>
            <p:nvPr/>
          </p:nvCxnSpPr>
          <p:spPr>
            <a:xfrm>
              <a:off x="4389120" y="2690949"/>
              <a:ext cx="1384663" cy="627017"/>
            </a:xfrm>
            <a:prstGeom prst="line">
              <a:avLst/>
            </a:prstGeom>
            <a:ln w="9525" cap="flat" cmpd="sng">
              <a:solidFill>
                <a:srgbClr val="CDCDCD"/>
              </a:solidFill>
              <a:prstDash val="dash"/>
              <a:round/>
              <a:headEnd type="none" w="med" len="med"/>
              <a:tailEnd type="none" w="med" len="med"/>
            </a:ln>
          </p:spPr>
        </p:cxnSp>
        <p:cxnSp>
          <p:nvCxnSpPr>
            <p:cNvPr id="1071" name="直接连接符 50"/>
            <p:cNvCxnSpPr/>
            <p:nvPr/>
          </p:nvCxnSpPr>
          <p:spPr>
            <a:xfrm flipH="1" flipV="1">
              <a:off x="5512525" y="1724297"/>
              <a:ext cx="261259" cy="1593670"/>
            </a:xfrm>
            <a:prstGeom prst="line">
              <a:avLst/>
            </a:prstGeom>
            <a:ln w="9525" cap="flat" cmpd="sng">
              <a:solidFill>
                <a:srgbClr val="CDCDCD"/>
              </a:solidFill>
              <a:prstDash val="dash"/>
              <a:round/>
              <a:headEnd type="none" w="med" len="med"/>
              <a:tailEnd type="none" w="med" len="med"/>
            </a:ln>
          </p:spPr>
        </p:cxnSp>
        <p:cxnSp>
          <p:nvCxnSpPr>
            <p:cNvPr id="1072" name="直接连接符 51"/>
            <p:cNvCxnSpPr/>
            <p:nvPr/>
          </p:nvCxnSpPr>
          <p:spPr>
            <a:xfrm flipH="1">
              <a:off x="5267325" y="3317966"/>
              <a:ext cx="506459" cy="914397"/>
            </a:xfrm>
            <a:prstGeom prst="line">
              <a:avLst/>
            </a:prstGeom>
            <a:ln w="9525" cap="flat" cmpd="sng">
              <a:solidFill>
                <a:srgbClr val="CDCDCD"/>
              </a:solidFill>
              <a:prstDash val="dash"/>
              <a:round/>
              <a:headEnd type="none" w="med" len="med"/>
              <a:tailEnd type="none" w="med" len="med"/>
            </a:ln>
          </p:spPr>
        </p:cxnSp>
        <p:cxnSp>
          <p:nvCxnSpPr>
            <p:cNvPr id="1073" name="直接连接符 52"/>
            <p:cNvCxnSpPr/>
            <p:nvPr/>
          </p:nvCxnSpPr>
          <p:spPr>
            <a:xfrm flipH="1" flipV="1">
              <a:off x="4093030" y="4101737"/>
              <a:ext cx="1174295" cy="130628"/>
            </a:xfrm>
            <a:prstGeom prst="line">
              <a:avLst/>
            </a:prstGeom>
            <a:ln w="9525" cap="flat" cmpd="sng">
              <a:solidFill>
                <a:srgbClr val="CDCDCD"/>
              </a:solidFill>
              <a:prstDash val="dash"/>
              <a:round/>
              <a:headEnd type="none" w="med" len="med"/>
              <a:tailEnd type="none" w="med" len="med"/>
            </a:ln>
          </p:spPr>
        </p:cxnSp>
        <p:cxnSp>
          <p:nvCxnSpPr>
            <p:cNvPr id="1074" name="直接连接符 53"/>
            <p:cNvCxnSpPr/>
            <p:nvPr/>
          </p:nvCxnSpPr>
          <p:spPr>
            <a:xfrm flipH="1">
              <a:off x="4572000" y="4232365"/>
              <a:ext cx="695325" cy="911135"/>
            </a:xfrm>
            <a:prstGeom prst="line">
              <a:avLst/>
            </a:prstGeom>
            <a:ln w="9525" cap="flat" cmpd="sng">
              <a:solidFill>
                <a:srgbClr val="CDCDCD"/>
              </a:solidFill>
              <a:prstDash val="dash"/>
              <a:round/>
              <a:headEnd type="none" w="med" len="med"/>
              <a:tailEnd type="none" w="med" len="med"/>
            </a:ln>
          </p:spPr>
        </p:cxnSp>
        <p:cxnSp>
          <p:nvCxnSpPr>
            <p:cNvPr id="1075" name="直接连接符 54"/>
            <p:cNvCxnSpPr/>
            <p:nvPr/>
          </p:nvCxnSpPr>
          <p:spPr>
            <a:xfrm flipV="1">
              <a:off x="5773783" y="0"/>
              <a:ext cx="269966" cy="618309"/>
            </a:xfrm>
            <a:prstGeom prst="line">
              <a:avLst/>
            </a:prstGeom>
            <a:ln w="9525" cap="flat" cmpd="sng">
              <a:solidFill>
                <a:srgbClr val="CDCDCD"/>
              </a:solidFill>
              <a:prstDash val="dash"/>
              <a:round/>
              <a:headEnd type="none" w="med" len="med"/>
              <a:tailEnd type="none" w="med" len="med"/>
            </a:ln>
          </p:spPr>
        </p:cxnSp>
        <p:cxnSp>
          <p:nvCxnSpPr>
            <p:cNvPr id="1076" name="直接连接符 55"/>
            <p:cNvCxnSpPr/>
            <p:nvPr/>
          </p:nvCxnSpPr>
          <p:spPr>
            <a:xfrm flipH="1" flipV="1">
              <a:off x="5773783" y="618309"/>
              <a:ext cx="1454331" cy="783771"/>
            </a:xfrm>
            <a:prstGeom prst="line">
              <a:avLst/>
            </a:prstGeom>
            <a:ln w="9525" cap="flat" cmpd="sng">
              <a:solidFill>
                <a:srgbClr val="CDCDCD"/>
              </a:solidFill>
              <a:prstDash val="dash"/>
              <a:round/>
              <a:headEnd type="none" w="med" len="med"/>
              <a:tailEnd type="none" w="med" len="med"/>
            </a:ln>
          </p:spPr>
        </p:cxnSp>
        <p:cxnSp>
          <p:nvCxnSpPr>
            <p:cNvPr id="1077" name="直接连接符 56"/>
            <p:cNvCxnSpPr/>
            <p:nvPr/>
          </p:nvCxnSpPr>
          <p:spPr>
            <a:xfrm flipH="1">
              <a:off x="5512525" y="1402080"/>
              <a:ext cx="1698172" cy="317863"/>
            </a:xfrm>
            <a:prstGeom prst="line">
              <a:avLst/>
            </a:prstGeom>
            <a:ln w="9525" cap="flat" cmpd="sng">
              <a:solidFill>
                <a:srgbClr val="CDCDCD"/>
              </a:solidFill>
              <a:prstDash val="dash"/>
              <a:round/>
              <a:headEnd type="none" w="med" len="med"/>
              <a:tailEnd type="none" w="med" len="med"/>
            </a:ln>
          </p:spPr>
        </p:cxnSp>
        <p:cxnSp>
          <p:nvCxnSpPr>
            <p:cNvPr id="1078" name="直接连接符 57"/>
            <p:cNvCxnSpPr/>
            <p:nvPr/>
          </p:nvCxnSpPr>
          <p:spPr>
            <a:xfrm flipV="1">
              <a:off x="5773783" y="2455817"/>
              <a:ext cx="1158240" cy="862150"/>
            </a:xfrm>
            <a:prstGeom prst="line">
              <a:avLst/>
            </a:prstGeom>
            <a:ln w="9525" cap="flat" cmpd="sng">
              <a:solidFill>
                <a:srgbClr val="CDCDCD"/>
              </a:solidFill>
              <a:prstDash val="dash"/>
              <a:round/>
              <a:headEnd type="none" w="med" len="med"/>
              <a:tailEnd type="none" w="med" len="med"/>
            </a:ln>
          </p:spPr>
        </p:cxnSp>
        <p:cxnSp>
          <p:nvCxnSpPr>
            <p:cNvPr id="1079" name="直接连接符 58"/>
            <p:cNvCxnSpPr/>
            <p:nvPr/>
          </p:nvCxnSpPr>
          <p:spPr>
            <a:xfrm flipV="1">
              <a:off x="6932023" y="1402080"/>
              <a:ext cx="278674" cy="1053737"/>
            </a:xfrm>
            <a:prstGeom prst="line">
              <a:avLst/>
            </a:prstGeom>
            <a:ln w="9525" cap="flat" cmpd="sng">
              <a:solidFill>
                <a:srgbClr val="CDCDCD"/>
              </a:solidFill>
              <a:prstDash val="dash"/>
              <a:round/>
              <a:headEnd type="none" w="med" len="med"/>
              <a:tailEnd type="none" w="med" len="med"/>
            </a:ln>
          </p:spPr>
        </p:cxnSp>
        <p:cxnSp>
          <p:nvCxnSpPr>
            <p:cNvPr id="1080" name="直接连接符 59"/>
            <p:cNvCxnSpPr/>
            <p:nvPr/>
          </p:nvCxnSpPr>
          <p:spPr>
            <a:xfrm>
              <a:off x="6932023" y="2455817"/>
              <a:ext cx="296091" cy="882287"/>
            </a:xfrm>
            <a:prstGeom prst="line">
              <a:avLst/>
            </a:prstGeom>
            <a:ln w="9525" cap="flat" cmpd="sng">
              <a:solidFill>
                <a:srgbClr val="CDCDCD"/>
              </a:solidFill>
              <a:prstDash val="dash"/>
              <a:round/>
              <a:headEnd type="none" w="med" len="med"/>
              <a:tailEnd type="none" w="med" len="med"/>
            </a:ln>
          </p:spPr>
        </p:cxnSp>
        <p:cxnSp>
          <p:nvCxnSpPr>
            <p:cNvPr id="1081" name="直接连接符 60"/>
            <p:cNvCxnSpPr/>
            <p:nvPr/>
          </p:nvCxnSpPr>
          <p:spPr>
            <a:xfrm flipH="1" flipV="1">
              <a:off x="5773784" y="3317967"/>
              <a:ext cx="1445623" cy="11429"/>
            </a:xfrm>
            <a:prstGeom prst="line">
              <a:avLst/>
            </a:prstGeom>
            <a:ln w="9525" cap="flat" cmpd="sng">
              <a:solidFill>
                <a:srgbClr val="CDCDCD"/>
              </a:solidFill>
              <a:prstDash val="dash"/>
              <a:round/>
              <a:headEnd type="none" w="med" len="med"/>
              <a:tailEnd type="none" w="med" len="med"/>
            </a:ln>
          </p:spPr>
        </p:cxnSp>
        <p:cxnSp>
          <p:nvCxnSpPr>
            <p:cNvPr id="1082" name="直接连接符 61"/>
            <p:cNvCxnSpPr/>
            <p:nvPr/>
          </p:nvCxnSpPr>
          <p:spPr>
            <a:xfrm flipH="1" flipV="1">
              <a:off x="5782490" y="3325110"/>
              <a:ext cx="1149533" cy="1029177"/>
            </a:xfrm>
            <a:prstGeom prst="line">
              <a:avLst/>
            </a:prstGeom>
            <a:ln w="9525" cap="flat" cmpd="sng">
              <a:solidFill>
                <a:srgbClr val="CDCDCD"/>
              </a:solidFill>
              <a:prstDash val="dash"/>
              <a:round/>
              <a:headEnd type="none" w="med" len="med"/>
              <a:tailEnd type="none" w="med" len="med"/>
            </a:ln>
          </p:spPr>
        </p:cxnSp>
        <p:cxnSp>
          <p:nvCxnSpPr>
            <p:cNvPr id="1083" name="直接连接符 62"/>
            <p:cNvCxnSpPr/>
            <p:nvPr/>
          </p:nvCxnSpPr>
          <p:spPr>
            <a:xfrm>
              <a:off x="5276031" y="4232363"/>
              <a:ext cx="1203146" cy="911137"/>
            </a:xfrm>
            <a:prstGeom prst="line">
              <a:avLst/>
            </a:prstGeom>
            <a:ln w="9525" cap="flat" cmpd="sng">
              <a:solidFill>
                <a:srgbClr val="CDCDCD"/>
              </a:solidFill>
              <a:prstDash val="dash"/>
              <a:round/>
              <a:headEnd type="none" w="med" len="med"/>
              <a:tailEnd type="none" w="med" len="med"/>
            </a:ln>
          </p:spPr>
        </p:cxnSp>
        <p:cxnSp>
          <p:nvCxnSpPr>
            <p:cNvPr id="1084" name="直接连接符 63"/>
            <p:cNvCxnSpPr/>
            <p:nvPr/>
          </p:nvCxnSpPr>
          <p:spPr>
            <a:xfrm flipV="1">
              <a:off x="6479177" y="4362994"/>
              <a:ext cx="452846" cy="780506"/>
            </a:xfrm>
            <a:prstGeom prst="line">
              <a:avLst/>
            </a:prstGeom>
            <a:ln w="9525" cap="flat" cmpd="sng">
              <a:solidFill>
                <a:srgbClr val="CDCDCD"/>
              </a:solidFill>
              <a:prstDash val="dash"/>
              <a:round/>
              <a:headEnd type="none" w="med" len="med"/>
              <a:tailEnd type="none" w="med" len="med"/>
            </a:ln>
          </p:spPr>
        </p:cxnSp>
        <p:cxnSp>
          <p:nvCxnSpPr>
            <p:cNvPr id="1085" name="直接连接符 64"/>
            <p:cNvCxnSpPr/>
            <p:nvPr/>
          </p:nvCxnSpPr>
          <p:spPr>
            <a:xfrm flipH="1" flipV="1">
              <a:off x="5267325" y="4223659"/>
              <a:ext cx="1664699" cy="139336"/>
            </a:xfrm>
            <a:prstGeom prst="line">
              <a:avLst/>
            </a:prstGeom>
            <a:ln w="9525" cap="flat" cmpd="sng">
              <a:solidFill>
                <a:srgbClr val="CDCDCD"/>
              </a:solidFill>
              <a:prstDash val="dash"/>
              <a:round/>
              <a:headEnd type="none" w="med" len="med"/>
              <a:tailEnd type="none" w="med" len="med"/>
            </a:ln>
          </p:spPr>
        </p:cxnSp>
        <p:cxnSp>
          <p:nvCxnSpPr>
            <p:cNvPr id="1086" name="直接连接符 65"/>
            <p:cNvCxnSpPr/>
            <p:nvPr/>
          </p:nvCxnSpPr>
          <p:spPr>
            <a:xfrm flipV="1">
              <a:off x="6932023" y="3329394"/>
              <a:ext cx="296091" cy="1033602"/>
            </a:xfrm>
            <a:prstGeom prst="line">
              <a:avLst/>
            </a:prstGeom>
            <a:ln w="9525" cap="flat" cmpd="sng">
              <a:solidFill>
                <a:srgbClr val="CDCDCD"/>
              </a:solidFill>
              <a:prstDash val="dash"/>
              <a:round/>
              <a:headEnd type="none" w="med" len="med"/>
              <a:tailEnd type="none" w="med" len="med"/>
            </a:ln>
          </p:spPr>
        </p:cxnSp>
        <p:cxnSp>
          <p:nvCxnSpPr>
            <p:cNvPr id="1087" name="直接连接符 66"/>
            <p:cNvCxnSpPr/>
            <p:nvPr/>
          </p:nvCxnSpPr>
          <p:spPr>
            <a:xfrm>
              <a:off x="6932023" y="4362994"/>
              <a:ext cx="1045028" cy="780506"/>
            </a:xfrm>
            <a:prstGeom prst="line">
              <a:avLst/>
            </a:prstGeom>
            <a:ln w="9525" cap="flat" cmpd="sng">
              <a:solidFill>
                <a:srgbClr val="CDCDCD"/>
              </a:solidFill>
              <a:prstDash val="dash"/>
              <a:round/>
              <a:headEnd type="none" w="med" len="med"/>
              <a:tailEnd type="none" w="med" len="med"/>
            </a:ln>
          </p:spPr>
        </p:cxnSp>
        <p:cxnSp>
          <p:nvCxnSpPr>
            <p:cNvPr id="1088" name="直接连接符 67"/>
            <p:cNvCxnSpPr/>
            <p:nvPr/>
          </p:nvCxnSpPr>
          <p:spPr>
            <a:xfrm flipH="1" flipV="1">
              <a:off x="7212874" y="1402080"/>
              <a:ext cx="598715" cy="1024890"/>
            </a:xfrm>
            <a:prstGeom prst="line">
              <a:avLst/>
            </a:prstGeom>
            <a:ln w="9525" cap="flat" cmpd="sng">
              <a:solidFill>
                <a:srgbClr val="CDCDCD"/>
              </a:solidFill>
              <a:prstDash val="dash"/>
              <a:round/>
              <a:headEnd type="none" w="med" len="med"/>
              <a:tailEnd type="none" w="med" len="med"/>
            </a:ln>
          </p:spPr>
        </p:cxnSp>
        <p:cxnSp>
          <p:nvCxnSpPr>
            <p:cNvPr id="1089" name="直接连接符 68"/>
            <p:cNvCxnSpPr/>
            <p:nvPr/>
          </p:nvCxnSpPr>
          <p:spPr>
            <a:xfrm flipV="1">
              <a:off x="7210697" y="522514"/>
              <a:ext cx="766354" cy="879566"/>
            </a:xfrm>
            <a:prstGeom prst="line">
              <a:avLst/>
            </a:prstGeom>
            <a:ln w="9525" cap="flat" cmpd="sng">
              <a:solidFill>
                <a:srgbClr val="CDCDCD"/>
              </a:solidFill>
              <a:prstDash val="dash"/>
              <a:round/>
              <a:headEnd type="none" w="med" len="med"/>
              <a:tailEnd type="none" w="med" len="med"/>
            </a:ln>
          </p:spPr>
        </p:cxnSp>
        <p:cxnSp>
          <p:nvCxnSpPr>
            <p:cNvPr id="1090" name="直接连接符 69"/>
            <p:cNvCxnSpPr/>
            <p:nvPr/>
          </p:nvCxnSpPr>
          <p:spPr>
            <a:xfrm flipH="1" flipV="1">
              <a:off x="7280365" y="0"/>
              <a:ext cx="696687" cy="522515"/>
            </a:xfrm>
            <a:prstGeom prst="line">
              <a:avLst/>
            </a:prstGeom>
            <a:ln w="9525" cap="flat" cmpd="sng">
              <a:solidFill>
                <a:srgbClr val="CDCDCD"/>
              </a:solidFill>
              <a:prstDash val="dash"/>
              <a:round/>
              <a:headEnd type="none" w="med" len="med"/>
              <a:tailEnd type="none" w="med" len="med"/>
            </a:ln>
          </p:spPr>
        </p:cxnSp>
        <p:cxnSp>
          <p:nvCxnSpPr>
            <p:cNvPr id="1091" name="直接连接符 70"/>
            <p:cNvCxnSpPr/>
            <p:nvPr/>
          </p:nvCxnSpPr>
          <p:spPr>
            <a:xfrm flipV="1">
              <a:off x="7977051" y="0"/>
              <a:ext cx="1166949" cy="522514"/>
            </a:xfrm>
            <a:prstGeom prst="line">
              <a:avLst/>
            </a:prstGeom>
            <a:ln w="9525" cap="flat" cmpd="sng">
              <a:solidFill>
                <a:srgbClr val="CDCDCD"/>
              </a:solidFill>
              <a:prstDash val="dash"/>
              <a:round/>
              <a:headEnd type="none" w="med" len="med"/>
              <a:tailEnd type="none" w="med" len="med"/>
            </a:ln>
          </p:spPr>
        </p:cxnSp>
        <p:cxnSp>
          <p:nvCxnSpPr>
            <p:cNvPr id="1092" name="直接连接符 71"/>
            <p:cNvCxnSpPr/>
            <p:nvPr/>
          </p:nvCxnSpPr>
          <p:spPr>
            <a:xfrm>
              <a:off x="7977051" y="522514"/>
              <a:ext cx="1166949" cy="531223"/>
            </a:xfrm>
            <a:prstGeom prst="line">
              <a:avLst/>
            </a:prstGeom>
            <a:ln w="9525" cap="flat" cmpd="sng">
              <a:solidFill>
                <a:srgbClr val="CDCDCD"/>
              </a:solidFill>
              <a:prstDash val="dash"/>
              <a:round/>
              <a:headEnd type="none" w="med" len="med"/>
              <a:tailEnd type="none" w="med" len="med"/>
            </a:ln>
          </p:spPr>
        </p:cxnSp>
        <p:cxnSp>
          <p:nvCxnSpPr>
            <p:cNvPr id="1093" name="直接连接符 72"/>
            <p:cNvCxnSpPr/>
            <p:nvPr/>
          </p:nvCxnSpPr>
          <p:spPr>
            <a:xfrm flipH="1">
              <a:off x="8490857" y="1053737"/>
              <a:ext cx="653143" cy="827314"/>
            </a:xfrm>
            <a:prstGeom prst="line">
              <a:avLst/>
            </a:prstGeom>
            <a:ln w="9525" cap="flat" cmpd="sng">
              <a:solidFill>
                <a:srgbClr val="CDCDCD"/>
              </a:solidFill>
              <a:prstDash val="dash"/>
              <a:round/>
              <a:headEnd type="none" w="med" len="med"/>
              <a:tailEnd type="none" w="med" len="med"/>
            </a:ln>
          </p:spPr>
        </p:cxnSp>
        <p:cxnSp>
          <p:nvCxnSpPr>
            <p:cNvPr id="1094" name="直接连接符 73"/>
            <p:cNvCxnSpPr/>
            <p:nvPr/>
          </p:nvCxnSpPr>
          <p:spPr>
            <a:xfrm flipH="1" flipV="1">
              <a:off x="7977051" y="522514"/>
              <a:ext cx="513806" cy="1358537"/>
            </a:xfrm>
            <a:prstGeom prst="line">
              <a:avLst/>
            </a:prstGeom>
            <a:ln w="9525" cap="flat" cmpd="sng">
              <a:solidFill>
                <a:srgbClr val="CDCDCD"/>
              </a:solidFill>
              <a:prstDash val="dash"/>
              <a:round/>
              <a:headEnd type="none" w="med" len="med"/>
              <a:tailEnd type="none" w="med" len="med"/>
            </a:ln>
          </p:spPr>
        </p:cxnSp>
        <p:cxnSp>
          <p:nvCxnSpPr>
            <p:cNvPr id="1095" name="直接连接符 74"/>
            <p:cNvCxnSpPr/>
            <p:nvPr/>
          </p:nvCxnSpPr>
          <p:spPr>
            <a:xfrm flipH="1" flipV="1">
              <a:off x="7228114" y="1402080"/>
              <a:ext cx="1262743" cy="478971"/>
            </a:xfrm>
            <a:prstGeom prst="line">
              <a:avLst/>
            </a:prstGeom>
            <a:ln w="9525" cap="flat" cmpd="sng">
              <a:solidFill>
                <a:srgbClr val="CDCDCD"/>
              </a:solidFill>
              <a:prstDash val="dash"/>
              <a:round/>
              <a:headEnd type="none" w="med" len="med"/>
              <a:tailEnd type="none" w="med" len="med"/>
            </a:ln>
          </p:spPr>
        </p:cxnSp>
        <p:cxnSp>
          <p:nvCxnSpPr>
            <p:cNvPr id="1096" name="直接连接符 75"/>
            <p:cNvCxnSpPr/>
            <p:nvPr/>
          </p:nvCxnSpPr>
          <p:spPr>
            <a:xfrm flipH="1">
              <a:off x="7811589" y="1881051"/>
              <a:ext cx="679268" cy="539932"/>
            </a:xfrm>
            <a:prstGeom prst="line">
              <a:avLst/>
            </a:prstGeom>
            <a:ln w="9525" cap="flat" cmpd="sng">
              <a:solidFill>
                <a:srgbClr val="CDCDCD"/>
              </a:solidFill>
              <a:prstDash val="dash"/>
              <a:round/>
              <a:headEnd type="none" w="med" len="med"/>
              <a:tailEnd type="none" w="med" len="med"/>
            </a:ln>
          </p:spPr>
        </p:cxnSp>
        <p:cxnSp>
          <p:nvCxnSpPr>
            <p:cNvPr id="1097" name="直接连接符 76"/>
            <p:cNvCxnSpPr/>
            <p:nvPr/>
          </p:nvCxnSpPr>
          <p:spPr>
            <a:xfrm>
              <a:off x="8490857" y="1881051"/>
              <a:ext cx="653143" cy="690699"/>
            </a:xfrm>
            <a:prstGeom prst="line">
              <a:avLst/>
            </a:prstGeom>
            <a:ln w="9525" cap="flat" cmpd="sng">
              <a:solidFill>
                <a:srgbClr val="CDCDCD"/>
              </a:solidFill>
              <a:prstDash val="dash"/>
              <a:round/>
              <a:headEnd type="none" w="med" len="med"/>
              <a:tailEnd type="none" w="med" len="med"/>
            </a:ln>
          </p:spPr>
        </p:cxnSp>
        <p:cxnSp>
          <p:nvCxnSpPr>
            <p:cNvPr id="1098" name="直接连接符 77"/>
            <p:cNvCxnSpPr/>
            <p:nvPr/>
          </p:nvCxnSpPr>
          <p:spPr>
            <a:xfrm>
              <a:off x="7228114" y="3329396"/>
              <a:ext cx="923109" cy="579598"/>
            </a:xfrm>
            <a:prstGeom prst="line">
              <a:avLst/>
            </a:prstGeom>
            <a:ln w="9525" cap="flat" cmpd="sng">
              <a:solidFill>
                <a:srgbClr val="CDCDCD"/>
              </a:solidFill>
              <a:prstDash val="dash"/>
              <a:round/>
              <a:headEnd type="none" w="med" len="med"/>
              <a:tailEnd type="none" w="med" len="med"/>
            </a:ln>
          </p:spPr>
        </p:cxnSp>
        <p:cxnSp>
          <p:nvCxnSpPr>
            <p:cNvPr id="1099" name="直接连接符 78"/>
            <p:cNvCxnSpPr/>
            <p:nvPr/>
          </p:nvCxnSpPr>
          <p:spPr>
            <a:xfrm flipV="1">
              <a:off x="8151223" y="2571752"/>
              <a:ext cx="992777" cy="1337242"/>
            </a:xfrm>
            <a:prstGeom prst="line">
              <a:avLst/>
            </a:prstGeom>
            <a:ln w="9525" cap="flat" cmpd="sng">
              <a:solidFill>
                <a:srgbClr val="CDCDCD"/>
              </a:solidFill>
              <a:prstDash val="dash"/>
              <a:round/>
              <a:headEnd type="none" w="med" len="med"/>
              <a:tailEnd type="none" w="med" len="med"/>
            </a:ln>
          </p:spPr>
        </p:cxnSp>
        <p:cxnSp>
          <p:nvCxnSpPr>
            <p:cNvPr id="1100" name="直接连接符 79"/>
            <p:cNvCxnSpPr/>
            <p:nvPr/>
          </p:nvCxnSpPr>
          <p:spPr>
            <a:xfrm>
              <a:off x="8151223" y="3908994"/>
              <a:ext cx="992777" cy="1234506"/>
            </a:xfrm>
            <a:prstGeom prst="line">
              <a:avLst/>
            </a:prstGeom>
            <a:ln w="9525" cap="flat" cmpd="sng">
              <a:solidFill>
                <a:srgbClr val="CDCDCD"/>
              </a:solidFill>
              <a:prstDash val="dash"/>
              <a:round/>
              <a:headEnd type="none" w="med" len="med"/>
              <a:tailEnd type="none" w="med" len="med"/>
            </a:ln>
          </p:spPr>
        </p:cxnSp>
        <p:cxnSp>
          <p:nvCxnSpPr>
            <p:cNvPr id="1101" name="直接连接符 80"/>
            <p:cNvCxnSpPr/>
            <p:nvPr/>
          </p:nvCxnSpPr>
          <p:spPr>
            <a:xfrm flipH="1">
              <a:off x="7977053" y="3917702"/>
              <a:ext cx="174170" cy="1225798"/>
            </a:xfrm>
            <a:prstGeom prst="line">
              <a:avLst/>
            </a:prstGeom>
            <a:ln w="9525" cap="flat" cmpd="sng">
              <a:solidFill>
                <a:srgbClr val="CDCDCD"/>
              </a:solidFill>
              <a:prstDash val="dash"/>
              <a:round/>
              <a:headEnd type="none" w="med" len="med"/>
              <a:tailEnd type="none" w="med" len="med"/>
            </a:ln>
          </p:spPr>
        </p:cxnSp>
        <p:cxnSp>
          <p:nvCxnSpPr>
            <p:cNvPr id="1102" name="直接连接符 81"/>
            <p:cNvCxnSpPr/>
            <p:nvPr/>
          </p:nvCxnSpPr>
          <p:spPr>
            <a:xfrm flipH="1" flipV="1">
              <a:off x="5519058" y="1724296"/>
              <a:ext cx="1412965" cy="731521"/>
            </a:xfrm>
            <a:prstGeom prst="line">
              <a:avLst/>
            </a:prstGeom>
            <a:ln w="9525" cap="flat" cmpd="sng">
              <a:solidFill>
                <a:srgbClr val="CDCDCD"/>
              </a:solidFill>
              <a:prstDash val="dash"/>
              <a:round/>
              <a:headEnd type="none" w="med" len="med"/>
              <a:tailEnd type="none" w="med" len="med"/>
            </a:ln>
          </p:spPr>
        </p:cxnSp>
        <p:cxnSp>
          <p:nvCxnSpPr>
            <p:cNvPr id="1103" name="直接连接符 82"/>
            <p:cNvCxnSpPr/>
            <p:nvPr/>
          </p:nvCxnSpPr>
          <p:spPr>
            <a:xfrm flipV="1">
              <a:off x="7228114" y="2426970"/>
              <a:ext cx="583475" cy="902426"/>
            </a:xfrm>
            <a:prstGeom prst="line">
              <a:avLst/>
            </a:prstGeom>
            <a:ln w="9525" cap="flat" cmpd="sng">
              <a:solidFill>
                <a:srgbClr val="CDCDCD"/>
              </a:solidFill>
              <a:prstDash val="dash"/>
              <a:round/>
              <a:headEnd type="none" w="med" len="med"/>
              <a:tailEnd type="none" w="med" len="med"/>
            </a:ln>
          </p:spPr>
        </p:cxnSp>
        <p:cxnSp>
          <p:nvCxnSpPr>
            <p:cNvPr id="1104" name="直接连接符 83"/>
            <p:cNvCxnSpPr/>
            <p:nvPr/>
          </p:nvCxnSpPr>
          <p:spPr>
            <a:xfrm>
              <a:off x="7811589" y="2426970"/>
              <a:ext cx="1332411" cy="144780"/>
            </a:xfrm>
            <a:prstGeom prst="line">
              <a:avLst/>
            </a:prstGeom>
            <a:ln w="9525" cap="flat" cmpd="sng">
              <a:solidFill>
                <a:srgbClr val="CDCDCD"/>
              </a:solidFill>
              <a:prstDash val="dash"/>
              <a:round/>
              <a:headEnd type="none" w="med" len="med"/>
              <a:tailEnd type="none" w="med" len="med"/>
            </a:ln>
          </p:spPr>
        </p:cxnSp>
        <p:cxnSp>
          <p:nvCxnSpPr>
            <p:cNvPr id="1105" name="直接连接符 84"/>
            <p:cNvCxnSpPr/>
            <p:nvPr/>
          </p:nvCxnSpPr>
          <p:spPr>
            <a:xfrm flipH="1">
              <a:off x="6932023" y="2426970"/>
              <a:ext cx="879566" cy="28847"/>
            </a:xfrm>
            <a:prstGeom prst="line">
              <a:avLst/>
            </a:prstGeom>
            <a:ln w="9525" cap="flat" cmpd="sng">
              <a:solidFill>
                <a:srgbClr val="CDCDCD"/>
              </a:solidFill>
              <a:prstDash val="dash"/>
              <a:round/>
              <a:headEnd type="none" w="med" len="med"/>
              <a:tailEnd type="none" w="med" len="med"/>
            </a:ln>
          </p:spPr>
        </p:cxnSp>
        <p:cxnSp>
          <p:nvCxnSpPr>
            <p:cNvPr id="1106" name="直接连接符 85"/>
            <p:cNvCxnSpPr/>
            <p:nvPr/>
          </p:nvCxnSpPr>
          <p:spPr>
            <a:xfrm>
              <a:off x="7811589" y="2426970"/>
              <a:ext cx="339634" cy="1482024"/>
            </a:xfrm>
            <a:prstGeom prst="line">
              <a:avLst/>
            </a:prstGeom>
            <a:ln w="9525" cap="flat" cmpd="sng">
              <a:solidFill>
                <a:srgbClr val="CDCDCD"/>
              </a:solidFill>
              <a:prstDash val="dash"/>
              <a:round/>
              <a:headEnd type="none" w="med" len="med"/>
              <a:tailEnd type="none" w="med" len="med"/>
            </a:ln>
          </p:spPr>
        </p:cxnSp>
        <p:cxnSp>
          <p:nvCxnSpPr>
            <p:cNvPr id="1107" name="直接连接符 86"/>
            <p:cNvCxnSpPr/>
            <p:nvPr/>
          </p:nvCxnSpPr>
          <p:spPr>
            <a:xfrm flipH="1">
              <a:off x="7201989" y="0"/>
              <a:ext cx="87086" cy="1409223"/>
            </a:xfrm>
            <a:prstGeom prst="line">
              <a:avLst/>
            </a:prstGeom>
            <a:ln w="9525" cap="flat" cmpd="sng">
              <a:solidFill>
                <a:srgbClr val="CDCDCD"/>
              </a:solidFill>
              <a:prstDash val="dash"/>
              <a:round/>
              <a:headEnd type="none" w="med" len="med"/>
              <a:tailEnd type="none" w="med" len="med"/>
            </a:ln>
          </p:spPr>
        </p:cxnSp>
        <p:cxnSp>
          <p:nvCxnSpPr>
            <p:cNvPr id="1108" name="直接连接符 87"/>
            <p:cNvCxnSpPr/>
            <p:nvPr/>
          </p:nvCxnSpPr>
          <p:spPr>
            <a:xfrm flipH="1" flipV="1">
              <a:off x="4389120" y="2690949"/>
              <a:ext cx="878205" cy="1541414"/>
            </a:xfrm>
            <a:prstGeom prst="line">
              <a:avLst/>
            </a:prstGeom>
            <a:ln w="9525" cap="flat" cmpd="sng">
              <a:solidFill>
                <a:srgbClr val="CDCDCD"/>
              </a:solidFill>
              <a:prstDash val="dash"/>
              <a:round/>
              <a:headEnd type="none" w="med" len="med"/>
              <a:tailEnd type="none" w="med" len="med"/>
            </a:ln>
          </p:spPr>
        </p:cxnSp>
        <p:cxnSp>
          <p:nvCxnSpPr>
            <p:cNvPr id="1109" name="直接连接符 88"/>
            <p:cNvCxnSpPr/>
            <p:nvPr/>
          </p:nvCxnSpPr>
          <p:spPr>
            <a:xfrm flipH="1" flipV="1">
              <a:off x="677363" y="2969623"/>
              <a:ext cx="332289" cy="992777"/>
            </a:xfrm>
            <a:prstGeom prst="line">
              <a:avLst/>
            </a:prstGeom>
            <a:ln w="9525" cap="flat" cmpd="sng">
              <a:solidFill>
                <a:srgbClr val="CDCDCD"/>
              </a:solidFill>
              <a:prstDash val="dash"/>
              <a:round/>
              <a:headEnd type="none" w="med" len="med"/>
              <a:tailEnd type="none" w="med" len="med"/>
            </a:ln>
          </p:spPr>
        </p:cxnSp>
        <p:cxnSp>
          <p:nvCxnSpPr>
            <p:cNvPr id="1110" name="直接连接符 89"/>
            <p:cNvCxnSpPr/>
            <p:nvPr/>
          </p:nvCxnSpPr>
          <p:spPr>
            <a:xfrm>
              <a:off x="1007203" y="3971108"/>
              <a:ext cx="741042" cy="130628"/>
            </a:xfrm>
            <a:prstGeom prst="line">
              <a:avLst/>
            </a:prstGeom>
            <a:ln w="9525" cap="flat" cmpd="sng">
              <a:solidFill>
                <a:srgbClr val="CDCDCD"/>
              </a:solidFill>
              <a:prstDash val="dash"/>
              <a:round/>
              <a:headEnd type="none" w="med" len="med"/>
              <a:tailEnd type="none" w="med" len="med"/>
            </a:ln>
          </p:spPr>
        </p:cxnSp>
        <p:cxnSp>
          <p:nvCxnSpPr>
            <p:cNvPr id="1111" name="直接连接符 90"/>
            <p:cNvCxnSpPr/>
            <p:nvPr/>
          </p:nvCxnSpPr>
          <p:spPr>
            <a:xfrm flipH="1">
              <a:off x="905691" y="3971108"/>
              <a:ext cx="103961" cy="1168039"/>
            </a:xfrm>
            <a:prstGeom prst="line">
              <a:avLst/>
            </a:prstGeom>
            <a:ln w="9525" cap="flat" cmpd="sng">
              <a:solidFill>
                <a:srgbClr val="CDCDCD"/>
              </a:solidFill>
              <a:prstDash val="dash"/>
              <a:round/>
              <a:headEnd type="none" w="med" len="med"/>
              <a:tailEnd type="none" w="med" len="med"/>
            </a:ln>
          </p:spPr>
        </p:cxnSp>
        <p:cxnSp>
          <p:nvCxnSpPr>
            <p:cNvPr id="1112" name="直接连接符 91"/>
            <p:cNvCxnSpPr/>
            <p:nvPr/>
          </p:nvCxnSpPr>
          <p:spPr>
            <a:xfrm flipV="1">
              <a:off x="6932023" y="3917702"/>
              <a:ext cx="1203146" cy="445293"/>
            </a:xfrm>
            <a:prstGeom prst="line">
              <a:avLst/>
            </a:prstGeom>
            <a:ln w="9525" cap="flat" cmpd="sng">
              <a:solidFill>
                <a:srgbClr val="CDCDCD"/>
              </a:solidFill>
              <a:prstDash val="dash"/>
              <a:round/>
              <a:headEnd type="none" w="med" len="med"/>
              <a:tailEnd type="none" w="med" len="med"/>
            </a:ln>
          </p:spPr>
        </p:cxnSp>
        <p:cxnSp>
          <p:nvCxnSpPr>
            <p:cNvPr id="1113" name="直接连接符 92"/>
            <p:cNvCxnSpPr/>
            <p:nvPr/>
          </p:nvCxnSpPr>
          <p:spPr>
            <a:xfrm flipV="1">
              <a:off x="8151223" y="3675017"/>
              <a:ext cx="992777" cy="233977"/>
            </a:xfrm>
            <a:prstGeom prst="line">
              <a:avLst/>
            </a:prstGeom>
            <a:ln w="9525" cap="flat" cmpd="sng">
              <a:solidFill>
                <a:srgbClr val="CDCDCD"/>
              </a:solidFill>
              <a:prstDash val="dash"/>
              <a:round/>
              <a:headEnd type="none" w="med" len="med"/>
              <a:tailEnd type="none" w="med" len="med"/>
            </a:ln>
          </p:spPr>
        </p:cxnSp>
        <p:cxnSp>
          <p:nvCxnSpPr>
            <p:cNvPr id="1114" name="直接连接符 93"/>
            <p:cNvCxnSpPr/>
            <p:nvPr/>
          </p:nvCxnSpPr>
          <p:spPr>
            <a:xfrm flipH="1">
              <a:off x="548640" y="0"/>
              <a:ext cx="1138101" cy="701040"/>
            </a:xfrm>
            <a:prstGeom prst="line">
              <a:avLst/>
            </a:prstGeom>
            <a:ln w="9525" cap="flat" cmpd="sng">
              <a:solidFill>
                <a:srgbClr val="CDCDCD"/>
              </a:solidFill>
              <a:prstDash val="dash"/>
              <a:round/>
              <a:headEnd type="none" w="med" len="med"/>
              <a:tailEnd type="none" w="med" len="med"/>
            </a:ln>
          </p:spPr>
        </p:cxnSp>
        <p:cxnSp>
          <p:nvCxnSpPr>
            <p:cNvPr id="1115" name="直接连接符 94"/>
            <p:cNvCxnSpPr/>
            <p:nvPr/>
          </p:nvCxnSpPr>
          <p:spPr>
            <a:xfrm>
              <a:off x="551907" y="701040"/>
              <a:ext cx="969372" cy="351067"/>
            </a:xfrm>
            <a:prstGeom prst="line">
              <a:avLst/>
            </a:prstGeom>
            <a:ln w="9525" cap="flat" cmpd="sng">
              <a:solidFill>
                <a:srgbClr val="CDCDCD"/>
              </a:solidFill>
              <a:prstDash val="dash"/>
              <a:round/>
              <a:headEnd type="none" w="med" len="med"/>
              <a:tailEnd type="none" w="med" len="med"/>
            </a:ln>
          </p:spPr>
        </p:cxnSp>
        <p:cxnSp>
          <p:nvCxnSpPr>
            <p:cNvPr id="1116" name="直接连接符 95"/>
            <p:cNvCxnSpPr/>
            <p:nvPr/>
          </p:nvCxnSpPr>
          <p:spPr>
            <a:xfrm flipH="1">
              <a:off x="0" y="701040"/>
              <a:ext cx="544287" cy="1084217"/>
            </a:xfrm>
            <a:prstGeom prst="line">
              <a:avLst/>
            </a:prstGeom>
            <a:ln w="9525" cap="flat" cmpd="sng">
              <a:solidFill>
                <a:srgbClr val="CDCDCD"/>
              </a:solidFill>
              <a:prstDash val="dash"/>
              <a:round/>
              <a:headEnd type="none" w="med" len="med"/>
              <a:tailEnd type="none" w="med" len="med"/>
            </a:ln>
          </p:spPr>
        </p:cxnSp>
        <p:cxnSp>
          <p:nvCxnSpPr>
            <p:cNvPr id="1117" name="直接连接符 96"/>
            <p:cNvCxnSpPr/>
            <p:nvPr/>
          </p:nvCxnSpPr>
          <p:spPr>
            <a:xfrm flipH="1" flipV="1">
              <a:off x="0" y="0"/>
              <a:ext cx="546466" cy="694509"/>
            </a:xfrm>
            <a:prstGeom prst="line">
              <a:avLst/>
            </a:prstGeom>
            <a:ln w="9525" cap="flat" cmpd="sng">
              <a:solidFill>
                <a:srgbClr val="CDCDCD"/>
              </a:solidFill>
              <a:prstDash val="dash"/>
              <a:round/>
              <a:headEnd type="none" w="med" len="med"/>
              <a:tailEnd type="none" w="med" len="med"/>
            </a:ln>
          </p:spPr>
        </p:cxnSp>
        <p:cxnSp>
          <p:nvCxnSpPr>
            <p:cNvPr id="1118" name="直接连接符 97"/>
            <p:cNvCxnSpPr/>
            <p:nvPr/>
          </p:nvCxnSpPr>
          <p:spPr>
            <a:xfrm flipH="1">
              <a:off x="5782491" y="16600"/>
              <a:ext cx="1506584" cy="601709"/>
            </a:xfrm>
            <a:prstGeom prst="line">
              <a:avLst/>
            </a:prstGeom>
            <a:ln w="9525" cap="flat" cmpd="sng">
              <a:solidFill>
                <a:srgbClr val="CDCDCD"/>
              </a:solidFill>
              <a:prstDash val="dash"/>
              <a:round/>
              <a:headEnd type="none" w="med" len="med"/>
              <a:tailEnd type="none" w="med" len="med"/>
            </a:ln>
          </p:spPr>
        </p:cxnSp>
      </p:grpSp>
      <p:sp>
        <p:nvSpPr>
          <p:cNvPr id="2" name="Date Placeholder 3"/>
          <p:cNvSpPr>
            <a:spLocks noGrp="1" noChangeArrowheads="1"/>
          </p:cNvSpPr>
          <p:nvPr>
            <p:ph type="dt" sz="half" idx="2"/>
          </p:nvPr>
        </p:nvSpPr>
        <p:spPr bwMode="auto">
          <a:xfrm>
            <a:off x="628650" y="4767263"/>
            <a:ext cx="2057400" cy="274638"/>
          </a:xfrm>
          <a:prstGeom prst="rect">
            <a:avLst/>
          </a:prstGeom>
          <a:noFill/>
          <a:ln w="9525">
            <a:noFill/>
            <a:miter lim="800000"/>
          </a:ln>
        </p:spPr>
        <p:txBody>
          <a:bodyPr vert="horz" wrap="square" lIns="91440" tIns="45720" rIns="91440" bIns="45720" numCol="1" anchor="ctr" anchorCtr="0" compatLnSpc="1"/>
          <a:lstStyle>
            <a:lvl1pPr eaLnBrk="1" hangingPunct="1">
              <a:defRPr sz="900">
                <a:solidFill>
                  <a:srgbClr val="898989"/>
                </a:solidFill>
                <a:ea typeface="Microsoft YaHei" panose="020B0503020204020204" pitchFamily="34" charset="-122"/>
              </a:defRPr>
            </a:lvl1pPr>
          </a:lstStyle>
          <a:p>
            <a:pPr marL="0" marR="0" lvl="0" indent="0" algn="l"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3" name="Footer Placeholder 4"/>
          <p:cNvSpPr>
            <a:spLocks noGrp="1" noChangeArrowheads="1"/>
          </p:cNvSpPr>
          <p:nvPr>
            <p:ph type="ftr" sz="quarter" idx="3"/>
          </p:nvPr>
        </p:nvSpPr>
        <p:spPr bwMode="auto">
          <a:xfrm>
            <a:off x="3028950" y="4767263"/>
            <a:ext cx="3086100" cy="274638"/>
          </a:xfrm>
          <a:prstGeom prst="rect">
            <a:avLst/>
          </a:prstGeom>
          <a:noFill/>
          <a:ln w="9525">
            <a:noFill/>
            <a:miter lim="800000"/>
          </a:ln>
        </p:spPr>
        <p:txBody>
          <a:bodyPr vert="horz" wrap="square" lIns="91440" tIns="45720" rIns="91440" bIns="45720" numCol="1" anchor="ctr" anchorCtr="0" compatLnSpc="1"/>
          <a:lstStyle>
            <a:lvl1pPr algn="ctr" eaLnBrk="1" hangingPunct="1">
              <a:defRPr sz="900">
                <a:solidFill>
                  <a:srgbClr val="898989"/>
                </a:solidFill>
                <a:ea typeface="Microsoft YaHei" panose="020B0503020204020204" pitchFamily="34" charset="-122"/>
              </a:defRPr>
            </a:lvl1pPr>
          </a:lstStyle>
          <a:p>
            <a:pPr marL="0" marR="0" lvl="0" indent="0" algn="ctr"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4" name="Slide Number Placeholder 5"/>
          <p:cNvSpPr>
            <a:spLocks noGrp="1" noChangeArrowheads="1"/>
          </p:cNvSpPr>
          <p:nvPr>
            <p:ph type="sldNum" sz="quarter" idx="4"/>
          </p:nvPr>
        </p:nvSpPr>
        <p:spPr bwMode="auto">
          <a:xfrm>
            <a:off x="6457950" y="4767263"/>
            <a:ext cx="2057400" cy="274638"/>
          </a:xfrm>
          <a:prstGeom prst="rect">
            <a:avLst/>
          </a:prstGeom>
          <a:noFill/>
          <a:ln w="9525">
            <a:noFill/>
            <a:miter lim="800000"/>
          </a:ln>
        </p:spPr>
        <p:txBody>
          <a:bodyPr vert="horz" wrap="square" lIns="91440" tIns="45720" rIns="91440" bIns="45720" numCol="1" anchor="ctr" anchorCtr="0" compatLnSpc="1"/>
          <a:lstStyle>
            <a:lvl1pPr algn="r">
              <a:defRPr sz="900">
                <a:solidFill>
                  <a:srgbClr val="898989"/>
                </a:solidFill>
                <a:ea typeface="Microsoft YaHei" panose="020B0503020204020204" pitchFamily="34" charset="-122"/>
              </a:defRPr>
            </a:lvl1pPr>
          </a:lstStyle>
          <a:p>
            <a:pPr lvl="0" eaLnBrk="1" fontAlgn="base" hangingPunct="1"/>
            <a:fld id="{9A0DB2DC-4C9A-4742-B13C-FB6460FD3503}" type="slidenum">
              <a:rPr lang="zh-CN" altLang="en-US" strike="noStrike" noProof="1" dirty="0">
                <a:latin typeface="Calibri" panose="020F0502020204030204" pitchFamily="34" charset="0"/>
                <a:ea typeface="Microsoft YaHei" panose="020B0503020204020204" pitchFamily="34" charset="-122"/>
                <a:cs typeface="+mn-cs"/>
              </a:rPr>
              <a:t>‹#›</a:t>
            </a:fld>
            <a:endParaRPr lang="zh-CN" altLang="en-US" strike="noStrike" noProof="1">
              <a:latin typeface="Calibri" panose="020F050202020403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slow">
    <p:push/>
  </p:transition>
  <p:hf sldNum="0" hdr="0" ftr="0" dt="0"/>
  <p:txStyles>
    <p:titleStyle>
      <a:lvl1pPr algn="l" defTabSz="685800" rtl="0" fontAlgn="base">
        <a:lnSpc>
          <a:spcPct val="90000"/>
        </a:lnSpc>
        <a:spcBef>
          <a:spcPct val="0"/>
        </a:spcBef>
        <a:spcAft>
          <a:spcPct val="0"/>
        </a:spcAft>
        <a:defRPr sz="3300">
          <a:solidFill>
            <a:schemeClr val="tx1"/>
          </a:solidFill>
          <a:latin typeface="+mj-lt"/>
          <a:ea typeface="+mj-ea"/>
          <a:cs typeface="+mj-cs"/>
        </a:defRPr>
      </a:lvl1pPr>
      <a:lvl2pPr algn="l" defTabSz="685800" rtl="0" fontAlgn="base">
        <a:lnSpc>
          <a:spcPct val="90000"/>
        </a:lnSpc>
        <a:spcBef>
          <a:spcPct val="0"/>
        </a:spcBef>
        <a:spcAft>
          <a:spcPct val="0"/>
        </a:spcAft>
        <a:defRPr sz="3300">
          <a:solidFill>
            <a:schemeClr val="tx1"/>
          </a:solidFill>
          <a:latin typeface="Calibri Light" panose="020F0302020204030204" pitchFamily="34" charset="0"/>
          <a:ea typeface="SimSun" panose="02010600030101010101" pitchFamily="2" charset="-122"/>
        </a:defRPr>
      </a:lvl2pPr>
      <a:lvl3pPr algn="l" defTabSz="685800" rtl="0" fontAlgn="base">
        <a:lnSpc>
          <a:spcPct val="90000"/>
        </a:lnSpc>
        <a:spcBef>
          <a:spcPct val="0"/>
        </a:spcBef>
        <a:spcAft>
          <a:spcPct val="0"/>
        </a:spcAft>
        <a:defRPr sz="3300">
          <a:solidFill>
            <a:schemeClr val="tx1"/>
          </a:solidFill>
          <a:latin typeface="Calibri Light" panose="020F0302020204030204" pitchFamily="34" charset="0"/>
          <a:ea typeface="SimSun" panose="02010600030101010101" pitchFamily="2" charset="-122"/>
        </a:defRPr>
      </a:lvl3pPr>
      <a:lvl4pPr algn="l" defTabSz="685800" rtl="0" fontAlgn="base">
        <a:lnSpc>
          <a:spcPct val="90000"/>
        </a:lnSpc>
        <a:spcBef>
          <a:spcPct val="0"/>
        </a:spcBef>
        <a:spcAft>
          <a:spcPct val="0"/>
        </a:spcAft>
        <a:defRPr sz="3300">
          <a:solidFill>
            <a:schemeClr val="tx1"/>
          </a:solidFill>
          <a:latin typeface="Calibri Light" panose="020F0302020204030204" pitchFamily="34" charset="0"/>
          <a:ea typeface="SimSun" panose="02010600030101010101" pitchFamily="2" charset="-122"/>
        </a:defRPr>
      </a:lvl4pPr>
      <a:lvl5pPr algn="l" defTabSz="685800" rtl="0" fontAlgn="base">
        <a:lnSpc>
          <a:spcPct val="90000"/>
        </a:lnSpc>
        <a:spcBef>
          <a:spcPct val="0"/>
        </a:spcBef>
        <a:spcAft>
          <a:spcPct val="0"/>
        </a:spcAft>
        <a:defRPr sz="3300">
          <a:solidFill>
            <a:schemeClr val="tx1"/>
          </a:solidFill>
          <a:latin typeface="Calibri Light" panose="020F0302020204030204" pitchFamily="34" charset="0"/>
          <a:ea typeface="SimSun"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ea typeface="SimSun"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ea typeface="SimSun"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ea typeface="SimSun"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ea typeface="SimSun" panose="02010600030101010101" pitchFamily="2" charset="-122"/>
        </a:defRPr>
      </a:lvl9pPr>
    </p:titleStyle>
    <p:bodyStyle>
      <a:lvl1pPr marL="171450" indent="-171450" algn="l" defTabSz="685800" rtl="0" fontAlgn="base">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defRPr>
      </a:lvl1pPr>
      <a:lvl2pPr marL="514350" indent="-171450" algn="l" defTabSz="685800" rtl="0" fontAlgn="base">
        <a:lnSpc>
          <a:spcPct val="90000"/>
        </a:lnSpc>
        <a:spcBef>
          <a:spcPts val="375"/>
        </a:spcBef>
        <a:spcAft>
          <a:spcPct val="0"/>
        </a:spcAft>
        <a:buFont typeface="Arial" panose="020B0604020202020204" pitchFamily="34" charset="0"/>
        <a:buChar char="•"/>
        <a:defRPr sz="2100">
          <a:solidFill>
            <a:schemeClr val="tx1"/>
          </a:solidFill>
          <a:latin typeface="+mn-lt"/>
          <a:ea typeface="+mn-ea"/>
        </a:defRPr>
      </a:lvl2pPr>
      <a:lvl3pPr marL="857250" indent="-171450" algn="l" defTabSz="685800" rtl="0" fontAlgn="base">
        <a:lnSpc>
          <a:spcPct val="90000"/>
        </a:lnSpc>
        <a:spcBef>
          <a:spcPts val="375"/>
        </a:spcBef>
        <a:spcAft>
          <a:spcPct val="0"/>
        </a:spcAft>
        <a:buFont typeface="Arial" panose="020B0604020202020204" pitchFamily="34" charset="0"/>
        <a:buChar char="•"/>
        <a:defRPr sz="1500">
          <a:solidFill>
            <a:schemeClr val="tx1"/>
          </a:solidFill>
          <a:latin typeface="+mn-lt"/>
          <a:ea typeface="+mn-ea"/>
        </a:defRPr>
      </a:lvl3pPr>
      <a:lvl4pPr marL="1200150" indent="-171450" algn="l" defTabSz="685800" rtl="0" fontAlgn="base">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4pPr>
      <a:lvl5pPr marL="1543050" indent="-171450" algn="l" defTabSz="685800" rtl="0" fontAlgn="base">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5pPr>
      <a:lvl6pPr marL="2000250" indent="-171450" algn="l" defTabSz="685800" rtl="0" fontAlgn="base">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6pPr>
      <a:lvl7pPr marL="2457450" indent="-171450" algn="l" defTabSz="685800" rtl="0" fontAlgn="base">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7pPr>
      <a:lvl8pPr marL="2914650" indent="-171450" algn="l" defTabSz="685800" rtl="0" fontAlgn="base">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8pPr>
      <a:lvl9pPr marL="3371850" indent="-171450" algn="l" defTabSz="685800" rtl="0" fontAlgn="base">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Layout" Target="../slideLayouts/slideLayout12.xml"/><Relationship Id="rId1" Type="http://schemas.openxmlformats.org/officeDocument/2006/relationships/tags" Target="../tags/tag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f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544482" y="657775"/>
            <a:ext cx="1299845" cy="433070"/>
          </a:xfrm>
          <a:custGeom>
            <a:avLst/>
            <a:gdLst/>
            <a:ahLst/>
            <a:cxnLst/>
            <a:rect l="l" t="t" r="r" b="b"/>
            <a:pathLst>
              <a:path w="1299845" h="433069">
                <a:moveTo>
                  <a:pt x="1299299" y="432899"/>
                </a:moveTo>
                <a:lnTo>
                  <a:pt x="0" y="432899"/>
                </a:lnTo>
                <a:lnTo>
                  <a:pt x="421298" y="0"/>
                </a:lnTo>
                <a:lnTo>
                  <a:pt x="1299299" y="432899"/>
                </a:lnTo>
                <a:close/>
              </a:path>
            </a:pathLst>
          </a:custGeom>
          <a:solidFill>
            <a:srgbClr val="263148"/>
          </a:solidFill>
        </p:spPr>
        <p:txBody>
          <a:bodyPr wrap="square" lIns="0" tIns="0" rIns="0" bIns="0" rtlCol="0"/>
          <a:lstStyle/>
          <a:p>
            <a:endParaRPr/>
          </a:p>
        </p:txBody>
      </p:sp>
      <p:grpSp>
        <p:nvGrpSpPr>
          <p:cNvPr id="3" name="object 3"/>
          <p:cNvGrpSpPr/>
          <p:nvPr/>
        </p:nvGrpSpPr>
        <p:grpSpPr>
          <a:xfrm>
            <a:off x="24544" y="57150"/>
            <a:ext cx="9144000" cy="5143500"/>
            <a:chOff x="0" y="0"/>
            <a:chExt cx="9144000" cy="5143500"/>
          </a:xfrm>
        </p:grpSpPr>
        <p:sp>
          <p:nvSpPr>
            <p:cNvPr id="4" name="object 4"/>
            <p:cNvSpPr/>
            <p:nvPr/>
          </p:nvSpPr>
          <p:spPr>
            <a:xfrm>
              <a:off x="0" y="0"/>
              <a:ext cx="8654415" cy="5143500"/>
            </a:xfrm>
            <a:custGeom>
              <a:avLst/>
              <a:gdLst/>
              <a:ahLst/>
              <a:cxnLst/>
              <a:rect l="l" t="t" r="r" b="b"/>
              <a:pathLst>
                <a:path w="8654415" h="5143500">
                  <a:moveTo>
                    <a:pt x="8654301" y="0"/>
                  </a:moveTo>
                  <a:lnTo>
                    <a:pt x="3524999" y="0"/>
                  </a:lnTo>
                  <a:lnTo>
                    <a:pt x="3517887" y="0"/>
                  </a:lnTo>
                  <a:lnTo>
                    <a:pt x="0" y="0"/>
                  </a:lnTo>
                  <a:lnTo>
                    <a:pt x="0" y="5143500"/>
                  </a:lnTo>
                  <a:lnTo>
                    <a:pt x="3524999" y="5143500"/>
                  </a:lnTo>
                  <a:lnTo>
                    <a:pt x="3524999" y="5129301"/>
                  </a:lnTo>
                  <a:lnTo>
                    <a:pt x="8654301" y="0"/>
                  </a:lnTo>
                  <a:close/>
                </a:path>
              </a:pathLst>
            </a:custGeom>
            <a:solidFill>
              <a:srgbClr val="C7D3E6"/>
            </a:solidFill>
          </p:spPr>
          <p:txBody>
            <a:bodyPr wrap="square" lIns="0" tIns="0" rIns="0" bIns="0" rtlCol="0"/>
            <a:lstStyle/>
            <a:p>
              <a:endParaRPr/>
            </a:p>
          </p:txBody>
        </p:sp>
        <p:sp>
          <p:nvSpPr>
            <p:cNvPr id="5" name="object 5"/>
            <p:cNvSpPr/>
            <p:nvPr/>
          </p:nvSpPr>
          <p:spPr>
            <a:xfrm>
              <a:off x="0" y="1090764"/>
              <a:ext cx="8848090" cy="2962275"/>
            </a:xfrm>
            <a:custGeom>
              <a:avLst/>
              <a:gdLst/>
              <a:ahLst/>
              <a:cxnLst/>
              <a:rect l="l" t="t" r="r" b="b"/>
              <a:pathLst>
                <a:path w="8848090" h="2962275">
                  <a:moveTo>
                    <a:pt x="8847493" y="63"/>
                  </a:moveTo>
                  <a:lnTo>
                    <a:pt x="5888939" y="63"/>
                  </a:lnTo>
                  <a:lnTo>
                    <a:pt x="0" y="0"/>
                  </a:lnTo>
                  <a:lnTo>
                    <a:pt x="0" y="2961919"/>
                  </a:lnTo>
                  <a:lnTo>
                    <a:pt x="5885586" y="2961919"/>
                  </a:lnTo>
                  <a:lnTo>
                    <a:pt x="5888939" y="2961919"/>
                  </a:lnTo>
                  <a:lnTo>
                    <a:pt x="5888939" y="2958630"/>
                  </a:lnTo>
                  <a:lnTo>
                    <a:pt x="8847493" y="63"/>
                  </a:lnTo>
                  <a:close/>
                </a:path>
              </a:pathLst>
            </a:custGeom>
            <a:solidFill>
              <a:srgbClr val="3E5378"/>
            </a:solidFill>
          </p:spPr>
          <p:txBody>
            <a:bodyPr wrap="square" lIns="0" tIns="0" rIns="0" bIns="0" rtlCol="0"/>
            <a:lstStyle/>
            <a:p>
              <a:endParaRPr/>
            </a:p>
          </p:txBody>
        </p:sp>
        <p:sp>
          <p:nvSpPr>
            <p:cNvPr id="6" name="object 6"/>
            <p:cNvSpPr/>
            <p:nvPr/>
          </p:nvSpPr>
          <p:spPr>
            <a:xfrm>
              <a:off x="3677236" y="4579944"/>
              <a:ext cx="394335" cy="131445"/>
            </a:xfrm>
            <a:custGeom>
              <a:avLst/>
              <a:gdLst/>
              <a:ahLst/>
              <a:cxnLst/>
              <a:rect l="l" t="t" r="r" b="b"/>
              <a:pathLst>
                <a:path w="394335" h="131445">
                  <a:moveTo>
                    <a:pt x="266380" y="131399"/>
                  </a:moveTo>
                  <a:lnTo>
                    <a:pt x="0" y="0"/>
                  </a:lnTo>
                  <a:lnTo>
                    <a:pt x="394199" y="0"/>
                  </a:lnTo>
                  <a:lnTo>
                    <a:pt x="266380" y="131399"/>
                  </a:lnTo>
                  <a:close/>
                </a:path>
              </a:pathLst>
            </a:custGeom>
            <a:solidFill>
              <a:srgbClr val="D16F00"/>
            </a:solidFill>
          </p:spPr>
          <p:txBody>
            <a:bodyPr wrap="square" lIns="0" tIns="0" rIns="0" bIns="0" rtlCol="0"/>
            <a:lstStyle/>
            <a:p>
              <a:endParaRPr/>
            </a:p>
          </p:txBody>
        </p:sp>
        <p:sp>
          <p:nvSpPr>
            <p:cNvPr id="7" name="object 7"/>
            <p:cNvSpPr/>
            <p:nvPr/>
          </p:nvSpPr>
          <p:spPr>
            <a:xfrm>
              <a:off x="3680193" y="4278350"/>
              <a:ext cx="5464175" cy="304800"/>
            </a:xfrm>
            <a:custGeom>
              <a:avLst/>
              <a:gdLst/>
              <a:ahLst/>
              <a:cxnLst/>
              <a:rect l="l" t="t" r="r" b="b"/>
              <a:pathLst>
                <a:path w="5464175" h="304800">
                  <a:moveTo>
                    <a:pt x="5463806" y="0"/>
                  </a:moveTo>
                  <a:lnTo>
                    <a:pt x="304558" y="0"/>
                  </a:lnTo>
                  <a:lnTo>
                    <a:pt x="297548" y="0"/>
                  </a:lnTo>
                  <a:lnTo>
                    <a:pt x="297548" y="7010"/>
                  </a:lnTo>
                  <a:lnTo>
                    <a:pt x="0" y="304558"/>
                  </a:lnTo>
                  <a:lnTo>
                    <a:pt x="297548" y="304558"/>
                  </a:lnTo>
                  <a:lnTo>
                    <a:pt x="304558" y="304558"/>
                  </a:lnTo>
                  <a:lnTo>
                    <a:pt x="5463806" y="304558"/>
                  </a:lnTo>
                  <a:lnTo>
                    <a:pt x="5463806" y="0"/>
                  </a:lnTo>
                  <a:close/>
                </a:path>
              </a:pathLst>
            </a:custGeom>
            <a:solidFill>
              <a:srgbClr val="FF9800"/>
            </a:solidFill>
          </p:spPr>
          <p:txBody>
            <a:bodyPr wrap="square" lIns="0" tIns="0" rIns="0" bIns="0" rtlCol="0"/>
            <a:lstStyle/>
            <a:p>
              <a:endParaRPr/>
            </a:p>
          </p:txBody>
        </p:sp>
      </p:grpSp>
      <p:sp>
        <p:nvSpPr>
          <p:cNvPr id="8" name="object 8"/>
          <p:cNvSpPr txBox="1">
            <a:spLocks noGrp="1"/>
          </p:cNvSpPr>
          <p:nvPr>
            <p:ph type="title"/>
          </p:nvPr>
        </p:nvSpPr>
        <p:spPr>
          <a:xfrm>
            <a:off x="399011" y="1392439"/>
            <a:ext cx="7105031" cy="2967479"/>
          </a:xfrm>
          <a:prstGeom prst="rect">
            <a:avLst/>
          </a:prstGeom>
        </p:spPr>
        <p:txBody>
          <a:bodyPr vert="horz" wrap="square" lIns="0" tIns="12700" rIns="0" bIns="0" rtlCol="0">
            <a:spAutoFit/>
          </a:bodyPr>
          <a:lstStyle/>
          <a:p>
            <a:pPr marL="12700" lvl="0">
              <a:spcBef>
                <a:spcPts val="100"/>
              </a:spcBef>
            </a:pPr>
            <a:r>
              <a:rPr lang="en-US" b="0" dirty="0"/>
              <a:t>Navttc </a:t>
            </a:r>
            <a:r>
              <a:rPr lang="en-US" b="0" spc="-300" dirty="0">
                <a:cs typeface="+mn-ea"/>
              </a:rPr>
              <a:t>(PMYSD)  Batch (</a:t>
            </a:r>
            <a:r>
              <a:rPr lang="en-US" b="0" spc="-300" dirty="0" err="1">
                <a:cs typeface="+mn-ea"/>
              </a:rPr>
              <a:t>lll</a:t>
            </a:r>
            <a:r>
              <a:rPr lang="en-US" b="0" spc="-300" dirty="0">
                <a:cs typeface="+mn-ea"/>
              </a:rPr>
              <a:t>)</a:t>
            </a:r>
            <a:br>
              <a:rPr lang="en-US" b="0" dirty="0"/>
            </a:br>
            <a:r>
              <a:rPr lang="en-US" b="0" dirty="0"/>
              <a:t>Advance Web Application Development</a:t>
            </a:r>
            <a:r>
              <a:rPr lang="en-US" b="0" spc="-300" dirty="0">
                <a:solidFill>
                  <a:srgbClr val="151241"/>
                </a:solidFill>
                <a:cs typeface="+mn-ea"/>
              </a:rPr>
              <a:t> </a:t>
            </a:r>
            <a:br>
              <a:rPr lang="en-US" b="0" spc="-300" dirty="0">
                <a:solidFill>
                  <a:srgbClr val="151241"/>
                </a:solidFill>
                <a:cs typeface="+mn-ea"/>
              </a:rPr>
            </a:br>
            <a:endParaRPr spc="-5" dirty="0">
              <a:latin typeface="Calibri"/>
              <a:cs typeface="Calibri"/>
            </a:endParaRPr>
          </a:p>
        </p:txBody>
      </p:sp>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04043" y="2839794"/>
            <a:ext cx="1263015" cy="1263015"/>
          </a:xfrm>
          <a:prstGeom prst="rect">
            <a:avLst/>
          </a:prstGeom>
        </p:spPr>
      </p:pic>
      <p:sp>
        <p:nvSpPr>
          <p:cNvPr id="16" name="MH_Title">
            <a:extLst>
              <a:ext uri="{FF2B5EF4-FFF2-40B4-BE49-F238E27FC236}">
                <a16:creationId xmlns:a16="http://schemas.microsoft.com/office/drawing/2014/main" id="{253CF7F5-493B-4D2F-B3D3-5EB0CB6923E2}"/>
              </a:ext>
            </a:extLst>
          </p:cNvPr>
          <p:cNvSpPr txBox="1">
            <a:spLocks noChangeArrowheads="1"/>
          </p:cNvSpPr>
          <p:nvPr>
            <p:custDataLst>
              <p:tags r:id="rId1"/>
            </p:custDataLst>
          </p:nvPr>
        </p:nvSpPr>
        <p:spPr bwMode="auto">
          <a:xfrm>
            <a:off x="1891358" y="3637425"/>
            <a:ext cx="1828800" cy="303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normAutofit fontScale="92500" lnSpcReduction="10000"/>
          </a:bodyPr>
          <a:lstStyle>
            <a:defPPr>
              <a:defRPr lang="zh-CN"/>
            </a:defPPr>
            <a:lvl1pPr>
              <a:defRPr>
                <a:latin typeface="华文细黑" panose="02010600040101010101" pitchFamily="2" charset="-122"/>
                <a:ea typeface="华文细黑" panose="02010600040101010101" pitchFamily="2" charset="-122"/>
              </a:defRPr>
            </a:lvl1pPr>
            <a:lvl2pPr marL="742950" indent="-285750">
              <a:defRPr>
                <a:latin typeface="Arial Narrow" panose="020B0606020202030204" pitchFamily="34" charset="0"/>
                <a:ea typeface="宋体" panose="02010600030101010101" pitchFamily="2" charset="-122"/>
              </a:defRPr>
            </a:lvl2pPr>
            <a:lvl3pPr marL="1143000" indent="-228600">
              <a:defRPr>
                <a:latin typeface="Arial Narrow" panose="020B0606020202030204" pitchFamily="34" charset="0"/>
                <a:ea typeface="宋体" panose="02010600030101010101" pitchFamily="2" charset="-122"/>
              </a:defRPr>
            </a:lvl3pPr>
            <a:lvl4pPr marL="1600200" indent="-228600">
              <a:defRPr>
                <a:latin typeface="Arial Narrow" panose="020B0606020202030204" pitchFamily="34" charset="0"/>
                <a:ea typeface="宋体" panose="02010600030101010101" pitchFamily="2" charset="-122"/>
              </a:defRPr>
            </a:lvl4pPr>
            <a:lvl5pPr marL="2057400" indent="-228600">
              <a:defRPr>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latin typeface="Arial Narrow" panose="020B0606020202030204" pitchFamily="34" charset="0"/>
                <a:ea typeface="宋体" panose="02010600030101010101" pitchFamily="2" charset="-122"/>
              </a:defRPr>
            </a:lvl9pPr>
          </a:lstStyle>
          <a:p>
            <a:pPr algn="ctr">
              <a:lnSpc>
                <a:spcPct val="115000"/>
              </a:lnSpc>
              <a:spcAft>
                <a:spcPts val="1000"/>
              </a:spcAft>
            </a:pPr>
            <a:endParaRPr lang="en-PK" sz="1200" dirty="0">
              <a:solidFill>
                <a:schemeClr val="bg1"/>
              </a:solidFill>
              <a:latin typeface="Calibri" panose="020F0502020204030204" pitchFamily="34" charset="0"/>
              <a:ea typeface="Calibri" panose="020F0502020204030204" pitchFamily="34" charset="0"/>
              <a:cs typeface="Arial" panose="020B0604020202020204" pitchFamily="34" charset="0"/>
            </a:endParaRPr>
          </a:p>
          <a:p>
            <a:pPr algn="ctr">
              <a:lnSpc>
                <a:spcPct val="115000"/>
              </a:lnSpc>
              <a:spcAft>
                <a:spcPts val="1000"/>
              </a:spcAft>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ctr">
              <a:lnSpc>
                <a:spcPct val="200000"/>
              </a:lnSpc>
            </a:pPr>
            <a:endParaRPr lang="en-US" altLang="zh-CN" sz="1200" dirty="0">
              <a:solidFill>
                <a:srgbClr val="000000"/>
              </a:solidFill>
              <a:latin typeface="+mn-lt"/>
              <a:ea typeface="+mn-ea"/>
              <a:cs typeface="+mn-ea"/>
              <a:sym typeface="+mn-lt"/>
            </a:endParaRPr>
          </a:p>
          <a:p>
            <a:pPr algn="ctr">
              <a:lnSpc>
                <a:spcPct val="200000"/>
              </a:lnSpc>
            </a:pPr>
            <a:endParaRPr lang="en-US" altLang="zh-CN" sz="1200" dirty="0">
              <a:solidFill>
                <a:srgbClr val="000000"/>
              </a:solidFill>
              <a:latin typeface="+mn-lt"/>
              <a:ea typeface="+mn-ea"/>
              <a:cs typeface="+mn-ea"/>
              <a:sym typeface="+mn-lt"/>
            </a:endParaRPr>
          </a:p>
        </p:txBody>
      </p:sp>
      <p:pic>
        <p:nvPicPr>
          <p:cNvPr id="13" name="Picture 12">
            <a:extLst>
              <a:ext uri="{FF2B5EF4-FFF2-40B4-BE49-F238E27FC236}">
                <a16:creationId xmlns:a16="http://schemas.microsoft.com/office/drawing/2014/main" id="{07A9CABC-D49C-C4D3-A34C-A68F1F9F89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6343" y="176232"/>
            <a:ext cx="1219201" cy="917838"/>
          </a:xfrm>
          <a:prstGeom prst="rect">
            <a:avLst/>
          </a:prstGeom>
        </p:spPr>
      </p:pic>
      <p:pic>
        <p:nvPicPr>
          <p:cNvPr id="10" name="Picture 9">
            <a:extLst>
              <a:ext uri="{FF2B5EF4-FFF2-40B4-BE49-F238E27FC236}">
                <a16:creationId xmlns:a16="http://schemas.microsoft.com/office/drawing/2014/main" id="{9D0EB33F-3B2B-9D66-A7DF-9B7544A75F2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67400" y="176231"/>
            <a:ext cx="1187129" cy="903183"/>
          </a:xfrm>
          <a:prstGeom prst="rect">
            <a:avLst/>
          </a:prstGeom>
        </p:spPr>
      </p:pic>
      <p:pic>
        <p:nvPicPr>
          <p:cNvPr id="12" name="Picture 11">
            <a:extLst>
              <a:ext uri="{FF2B5EF4-FFF2-40B4-BE49-F238E27FC236}">
                <a16:creationId xmlns:a16="http://schemas.microsoft.com/office/drawing/2014/main" id="{A8F9D88E-3EF8-8B3C-350C-7F5C98CAEB9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00200" y="176232"/>
            <a:ext cx="3948113" cy="91461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矩形 8"/>
          <p:cNvSpPr/>
          <p:nvPr/>
        </p:nvSpPr>
        <p:spPr>
          <a:xfrm flipH="1">
            <a:off x="1393190" y="0"/>
            <a:ext cx="490855" cy="108712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195" name="矩形 3"/>
          <p:cNvSpPr/>
          <p:nvPr/>
        </p:nvSpPr>
        <p:spPr>
          <a:xfrm>
            <a:off x="587375" y="1529715"/>
            <a:ext cx="805815" cy="3592830"/>
          </a:xfrm>
          <a:prstGeom prst="rect">
            <a:avLst/>
          </a:prstGeom>
          <a:solidFill>
            <a:srgbClr val="203864"/>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nvGrpSpPr>
          <p:cNvPr id="8201" name="Group 10"/>
          <p:cNvGrpSpPr/>
          <p:nvPr/>
        </p:nvGrpSpPr>
        <p:grpSpPr>
          <a:xfrm>
            <a:off x="0" y="1087120"/>
            <a:ext cx="1884045" cy="443865"/>
            <a:chOff x="0" y="0"/>
            <a:chExt cx="3385877" cy="578062"/>
          </a:xfrm>
        </p:grpSpPr>
        <p:sp>
          <p:nvSpPr>
            <p:cNvPr id="8202" name="直角三角形 7"/>
            <p:cNvSpPr/>
            <p:nvPr/>
          </p:nvSpPr>
          <p:spPr>
            <a:xfrm rot="-10800000" flipH="1">
              <a:off x="2809877" y="2062"/>
              <a:ext cx="576000" cy="576000"/>
            </a:xfrm>
            <a:prstGeom prst="rtTriangle">
              <a:avLst/>
            </a:prstGeom>
            <a:solidFill>
              <a:srgbClr val="D09E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203" name="矩形 9"/>
            <p:cNvSpPr/>
            <p:nvPr/>
          </p:nvSpPr>
          <p:spPr>
            <a:xfrm flipH="1">
              <a:off x="0" y="0"/>
              <a:ext cx="2809876" cy="57600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sp>
        <p:nvSpPr>
          <p:cNvPr id="8204" name="矩形 10"/>
          <p:cNvSpPr/>
          <p:nvPr/>
        </p:nvSpPr>
        <p:spPr>
          <a:xfrm>
            <a:off x="2053590" y="322580"/>
            <a:ext cx="6576060" cy="706755"/>
          </a:xfrm>
          <a:prstGeom prst="rect">
            <a:avLst/>
          </a:prstGeom>
          <a:noFill/>
          <a:ln w="9525">
            <a:noFill/>
          </a:ln>
        </p:spPr>
        <p:txBody>
          <a:bodyPr wrap="square" anchor="t" anchorCtr="0">
            <a:spAutoFit/>
          </a:bodyPr>
          <a:lstStyle/>
          <a:p>
            <a:r>
              <a:rPr lang="en-GB" altLang="zh-CN" sz="4000" b="1" dirty="0">
                <a:gradFill>
                  <a:gsLst>
                    <a:gs pos="0">
                      <a:srgbClr val="012D86"/>
                    </a:gs>
                    <a:gs pos="100000">
                      <a:srgbClr val="0E2557"/>
                    </a:gs>
                  </a:gsLst>
                  <a:lin scaled="0"/>
                </a:gradFill>
                <a:latin typeface="Microsoft YaHei" panose="020B0503020204020204" pitchFamily="34" charset="-122"/>
                <a:ea typeface="Microsoft YaHei" panose="020B0503020204020204" pitchFamily="34" charset="-122"/>
              </a:rPr>
              <a:t>Today </a:t>
            </a:r>
            <a:r>
              <a:rPr lang="en-GB" altLang="zh-CN" sz="4000" b="1" dirty="0" err="1">
                <a:gradFill>
                  <a:gsLst>
                    <a:gs pos="0">
                      <a:srgbClr val="012D86"/>
                    </a:gs>
                    <a:gs pos="100000">
                      <a:srgbClr val="0E2557"/>
                    </a:gs>
                  </a:gsLst>
                  <a:lin scaled="0"/>
                </a:gradFill>
                <a:latin typeface="Microsoft YaHei" panose="020B0503020204020204" pitchFamily="34" charset="-122"/>
                <a:ea typeface="Microsoft YaHei" panose="020B0503020204020204" pitchFamily="34" charset="-122"/>
              </a:rPr>
              <a:t>php</a:t>
            </a:r>
            <a:r>
              <a:rPr lang="en-GB" altLang="zh-CN" sz="4000" b="1" dirty="0">
                <a:gradFill>
                  <a:gsLst>
                    <a:gs pos="0">
                      <a:srgbClr val="012D86"/>
                    </a:gs>
                    <a:gs pos="100000">
                      <a:srgbClr val="0E2557"/>
                    </a:gs>
                  </a:gsLst>
                  <a:lin scaled="0"/>
                </a:gradFill>
                <a:latin typeface="Microsoft YaHei" panose="020B0503020204020204" pitchFamily="34" charset="-122"/>
                <a:ea typeface="Microsoft YaHei" panose="020B0503020204020204" pitchFamily="34" charset="-122"/>
              </a:rPr>
              <a:t> Topics</a:t>
            </a:r>
          </a:p>
        </p:txBody>
      </p:sp>
      <p:sp>
        <p:nvSpPr>
          <p:cNvPr id="2" name="Text Box 1"/>
          <p:cNvSpPr txBox="1"/>
          <p:nvPr/>
        </p:nvSpPr>
        <p:spPr>
          <a:xfrm>
            <a:off x="1793240" y="1134608"/>
            <a:ext cx="7096760" cy="1815882"/>
          </a:xfrm>
          <a:prstGeom prst="rect">
            <a:avLst/>
          </a:prstGeom>
          <a:noFill/>
        </p:spPr>
        <p:txBody>
          <a:bodyPr wrap="square" rtlCol="0">
            <a:spAutoFit/>
          </a:bodyPr>
          <a:lstStyle/>
          <a:p>
            <a:pPr marL="342900" indent="-342900">
              <a:buFont typeface="Arial" panose="020B0604020202020204" pitchFamily="34" charset="0"/>
              <a:buChar char="•"/>
            </a:pPr>
            <a:r>
              <a:rPr lang="en-GB" altLang="en-US" sz="2800" dirty="0"/>
              <a:t>Introduction to </a:t>
            </a:r>
            <a:r>
              <a:rPr lang="en-GB" altLang="en-US" sz="2800" dirty="0" err="1"/>
              <a:t>php</a:t>
            </a:r>
            <a:endParaRPr lang="en-GB" altLang="en-US" sz="2800" dirty="0"/>
          </a:p>
          <a:p>
            <a:pPr marL="342900" indent="-342900">
              <a:buFont typeface="Arial" panose="020B0604020202020204" pitchFamily="34" charset="0"/>
              <a:buChar char="•"/>
            </a:pPr>
            <a:r>
              <a:rPr lang="en-GB" altLang="en-US" sz="2800" dirty="0"/>
              <a:t>What is XAMPP</a:t>
            </a:r>
          </a:p>
          <a:p>
            <a:pPr marL="342900" indent="-342900">
              <a:buFont typeface="Arial" panose="020B0604020202020204" pitchFamily="34" charset="0"/>
              <a:buChar char="•"/>
            </a:pPr>
            <a:r>
              <a:rPr lang="en-GB" altLang="en-US" sz="2800" dirty="0"/>
              <a:t>How to </a:t>
            </a:r>
            <a:r>
              <a:rPr lang="en-GB" altLang="en-US" sz="2800" dirty="0" err="1"/>
              <a:t>Downlaod</a:t>
            </a:r>
            <a:r>
              <a:rPr lang="en-GB" altLang="en-US" sz="2800" dirty="0"/>
              <a:t> and install </a:t>
            </a:r>
            <a:r>
              <a:rPr lang="en-GB" altLang="en-US" sz="2800" dirty="0" err="1"/>
              <a:t>php</a:t>
            </a:r>
            <a:r>
              <a:rPr lang="en-GB" altLang="en-US" sz="2800" dirty="0"/>
              <a:t> &amp; XAMPP</a:t>
            </a:r>
          </a:p>
          <a:p>
            <a:pPr marL="342900" indent="-342900">
              <a:buFont typeface="Arial" panose="020B0604020202020204" pitchFamily="34" charset="0"/>
              <a:buChar char="•"/>
            </a:pPr>
            <a:r>
              <a:rPr lang="en-GB" altLang="en-US" sz="2800" dirty="0"/>
              <a:t>Complete </a:t>
            </a:r>
            <a:r>
              <a:rPr lang="en-GB" altLang="en-US" sz="2800" dirty="0" err="1"/>
              <a:t>php</a:t>
            </a:r>
            <a:r>
              <a:rPr lang="en-GB" altLang="en-US" sz="2800" dirty="0"/>
              <a:t> programming in one Shot</a:t>
            </a:r>
          </a:p>
        </p:txBody>
      </p:sp>
    </p:spTree>
    <p:extLst>
      <p:ext uri="{BB962C8B-B14F-4D97-AF65-F5344CB8AC3E}">
        <p14:creationId xmlns:p14="http://schemas.microsoft.com/office/powerpoint/2010/main" val="188697861"/>
      </p:ext>
    </p:extLst>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1F42C-618F-E51D-DC29-C86F5E85C7D9}"/>
            </a:ext>
          </a:extLst>
        </p:cNvPr>
        <p:cNvGrpSpPr/>
        <p:nvPr/>
      </p:nvGrpSpPr>
      <p:grpSpPr>
        <a:xfrm>
          <a:off x="0" y="0"/>
          <a:ext cx="0" cy="0"/>
          <a:chOff x="0" y="0"/>
          <a:chExt cx="0" cy="0"/>
        </a:xfrm>
      </p:grpSpPr>
      <p:sp>
        <p:nvSpPr>
          <p:cNvPr id="8193" name="矩形 8">
            <a:extLst>
              <a:ext uri="{FF2B5EF4-FFF2-40B4-BE49-F238E27FC236}">
                <a16:creationId xmlns:a16="http://schemas.microsoft.com/office/drawing/2014/main" id="{53C31FA6-4E75-7D4E-D420-E887DB1D2B1F}"/>
              </a:ext>
            </a:extLst>
          </p:cNvPr>
          <p:cNvSpPr/>
          <p:nvPr/>
        </p:nvSpPr>
        <p:spPr>
          <a:xfrm flipH="1">
            <a:off x="1393190" y="0"/>
            <a:ext cx="490855" cy="108712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195" name="矩形 3">
            <a:extLst>
              <a:ext uri="{FF2B5EF4-FFF2-40B4-BE49-F238E27FC236}">
                <a16:creationId xmlns:a16="http://schemas.microsoft.com/office/drawing/2014/main" id="{7895F9EA-8ECA-0C42-4255-9481574DFD1A}"/>
              </a:ext>
            </a:extLst>
          </p:cNvPr>
          <p:cNvSpPr/>
          <p:nvPr/>
        </p:nvSpPr>
        <p:spPr>
          <a:xfrm>
            <a:off x="587375" y="1529715"/>
            <a:ext cx="805815" cy="3592830"/>
          </a:xfrm>
          <a:prstGeom prst="rect">
            <a:avLst/>
          </a:prstGeom>
          <a:solidFill>
            <a:srgbClr val="203864"/>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nvGrpSpPr>
          <p:cNvPr id="8201" name="Group 10">
            <a:extLst>
              <a:ext uri="{FF2B5EF4-FFF2-40B4-BE49-F238E27FC236}">
                <a16:creationId xmlns:a16="http://schemas.microsoft.com/office/drawing/2014/main" id="{95B06570-B1F5-D1FB-D212-0F21D2E63B63}"/>
              </a:ext>
            </a:extLst>
          </p:cNvPr>
          <p:cNvGrpSpPr/>
          <p:nvPr/>
        </p:nvGrpSpPr>
        <p:grpSpPr>
          <a:xfrm>
            <a:off x="0" y="1087120"/>
            <a:ext cx="1884045" cy="443865"/>
            <a:chOff x="0" y="0"/>
            <a:chExt cx="3385877" cy="578062"/>
          </a:xfrm>
        </p:grpSpPr>
        <p:sp>
          <p:nvSpPr>
            <p:cNvPr id="8202" name="直角三角形 7">
              <a:extLst>
                <a:ext uri="{FF2B5EF4-FFF2-40B4-BE49-F238E27FC236}">
                  <a16:creationId xmlns:a16="http://schemas.microsoft.com/office/drawing/2014/main" id="{7D3DAA77-4410-787C-413B-2A07552E472F}"/>
                </a:ext>
              </a:extLst>
            </p:cNvPr>
            <p:cNvSpPr/>
            <p:nvPr/>
          </p:nvSpPr>
          <p:spPr>
            <a:xfrm rot="-10800000" flipH="1">
              <a:off x="2809877" y="2062"/>
              <a:ext cx="576000" cy="576000"/>
            </a:xfrm>
            <a:prstGeom prst="rtTriangle">
              <a:avLst/>
            </a:prstGeom>
            <a:solidFill>
              <a:srgbClr val="D09E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203" name="矩形 9">
              <a:extLst>
                <a:ext uri="{FF2B5EF4-FFF2-40B4-BE49-F238E27FC236}">
                  <a16:creationId xmlns:a16="http://schemas.microsoft.com/office/drawing/2014/main" id="{13A35818-4EC5-74DC-D85F-2D16ADFF71FC}"/>
                </a:ext>
              </a:extLst>
            </p:cNvPr>
            <p:cNvSpPr/>
            <p:nvPr/>
          </p:nvSpPr>
          <p:spPr>
            <a:xfrm flipH="1">
              <a:off x="0" y="0"/>
              <a:ext cx="2809876" cy="57600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sp>
        <p:nvSpPr>
          <p:cNvPr id="8204" name="矩形 10">
            <a:extLst>
              <a:ext uri="{FF2B5EF4-FFF2-40B4-BE49-F238E27FC236}">
                <a16:creationId xmlns:a16="http://schemas.microsoft.com/office/drawing/2014/main" id="{706CBF91-354E-23CC-5ED0-B70B5DC69EBD}"/>
              </a:ext>
            </a:extLst>
          </p:cNvPr>
          <p:cNvSpPr/>
          <p:nvPr/>
        </p:nvSpPr>
        <p:spPr>
          <a:xfrm>
            <a:off x="2053590" y="650240"/>
            <a:ext cx="6576060" cy="707886"/>
          </a:xfrm>
          <a:prstGeom prst="rect">
            <a:avLst/>
          </a:prstGeom>
          <a:noFill/>
          <a:ln w="9525">
            <a:noFill/>
          </a:ln>
        </p:spPr>
        <p:txBody>
          <a:bodyPr wrap="square" anchor="t" anchorCtr="0">
            <a:spAutoFit/>
          </a:bodyPr>
          <a:lstStyle/>
          <a:p>
            <a:r>
              <a:rPr lang="en-US" sz="4000" dirty="0"/>
              <a:t>What is PHP?</a:t>
            </a:r>
            <a:endParaRPr lang="en-GB" altLang="zh-CN" sz="4000" b="1" dirty="0">
              <a:gradFill>
                <a:gsLst>
                  <a:gs pos="0">
                    <a:srgbClr val="012D86"/>
                  </a:gs>
                  <a:gs pos="100000">
                    <a:srgbClr val="0E2557"/>
                  </a:gs>
                </a:gsLst>
                <a:lin scaled="0"/>
              </a:gradFill>
              <a:latin typeface="Microsoft YaHei" panose="020B0503020204020204" pitchFamily="34" charset="-122"/>
              <a:ea typeface="Microsoft YaHei" panose="020B0503020204020204" pitchFamily="34" charset="-122"/>
            </a:endParaRPr>
          </a:p>
        </p:txBody>
      </p:sp>
      <p:sp>
        <p:nvSpPr>
          <p:cNvPr id="2" name="Text Box 1">
            <a:extLst>
              <a:ext uri="{FF2B5EF4-FFF2-40B4-BE49-F238E27FC236}">
                <a16:creationId xmlns:a16="http://schemas.microsoft.com/office/drawing/2014/main" id="{6F26D500-50EF-A217-1E67-0201C91DF17A}"/>
              </a:ext>
            </a:extLst>
          </p:cNvPr>
          <p:cNvSpPr txBox="1"/>
          <p:nvPr/>
        </p:nvSpPr>
        <p:spPr>
          <a:xfrm>
            <a:off x="1287780" y="1341120"/>
            <a:ext cx="7795260" cy="3539430"/>
          </a:xfrm>
          <a:prstGeom prst="rect">
            <a:avLst/>
          </a:prstGeom>
          <a:noFill/>
        </p:spPr>
        <p:txBody>
          <a:bodyPr wrap="square" rtlCol="0">
            <a:spAutoFit/>
          </a:bodyPr>
          <a:lstStyle/>
          <a:p>
            <a:pPr marL="457200" indent="-457200">
              <a:buFont typeface="Arial" panose="020B0604020202020204" pitchFamily="34" charset="0"/>
              <a:buChar char="•"/>
            </a:pPr>
            <a:r>
              <a:rPr lang="en-US" sz="2800" dirty="0"/>
              <a:t>PHP stands for </a:t>
            </a:r>
            <a:r>
              <a:rPr lang="en-US" sz="2800" b="1" dirty="0"/>
              <a:t>Hypertext Preprocessor</a:t>
            </a:r>
            <a:r>
              <a:rPr lang="en-US" sz="2800" dirty="0"/>
              <a:t>.</a:t>
            </a:r>
            <a:br>
              <a:rPr lang="en-US" sz="2800" dirty="0"/>
            </a:br>
            <a:r>
              <a:rPr lang="en-US" sz="2800" dirty="0"/>
              <a:t>It is a </a:t>
            </a:r>
            <a:r>
              <a:rPr lang="en-US" sz="2800" b="1" dirty="0"/>
              <a:t>server-side scripting language</a:t>
            </a:r>
            <a:r>
              <a:rPr lang="en-US" sz="2800" dirty="0"/>
              <a:t> used to create </a:t>
            </a:r>
            <a:r>
              <a:rPr lang="en-US" sz="2800" b="1" dirty="0"/>
              <a:t>dynamic websites and web applications</a:t>
            </a:r>
            <a:r>
              <a:rPr lang="en-US" sz="2800" dirty="0"/>
              <a:t>.</a:t>
            </a:r>
          </a:p>
          <a:p>
            <a:pPr marL="457200" indent="-457200">
              <a:buFont typeface="Arial" panose="020B0604020202020204" pitchFamily="34" charset="0"/>
              <a:buChar char="•"/>
            </a:pPr>
            <a:r>
              <a:rPr lang="en-US" sz="2800" dirty="0"/>
              <a:t>PHP code runs on the </a:t>
            </a:r>
            <a:r>
              <a:rPr lang="en-US" sz="2800" b="1" dirty="0"/>
              <a:t>web server</a:t>
            </a:r>
            <a:r>
              <a:rPr lang="en-US" sz="2800" dirty="0"/>
              <a:t>, and the result is sent to the user's </a:t>
            </a:r>
            <a:r>
              <a:rPr lang="en-US" sz="2800" b="1" dirty="0"/>
              <a:t>web browser</a:t>
            </a:r>
            <a:r>
              <a:rPr lang="en-US" sz="2800" dirty="0"/>
              <a:t> as HTML.</a:t>
            </a:r>
          </a:p>
          <a:p>
            <a:pPr marL="457200" indent="-457200">
              <a:buFont typeface="Arial" panose="020B0604020202020204" pitchFamily="34" charset="0"/>
              <a:buChar char="•"/>
            </a:pPr>
            <a:r>
              <a:rPr lang="en-US" sz="2800" dirty="0"/>
              <a:t>PHP is widely used for </a:t>
            </a:r>
            <a:r>
              <a:rPr lang="en-US" sz="2800" b="1" dirty="0"/>
              <a:t>web development</a:t>
            </a:r>
            <a:r>
              <a:rPr lang="en-US" sz="2800" dirty="0"/>
              <a:t> and works easily with </a:t>
            </a:r>
            <a:r>
              <a:rPr lang="en-US" sz="2800" b="1" dirty="0"/>
              <a:t>databases like MySQL</a:t>
            </a:r>
            <a:r>
              <a:rPr lang="en-US" sz="2800" dirty="0"/>
              <a:t>.</a:t>
            </a:r>
          </a:p>
          <a:p>
            <a:pPr marL="342900" indent="-342900">
              <a:buFont typeface="Arial" panose="020B0604020202020204" pitchFamily="34" charset="0"/>
              <a:buChar char="•"/>
            </a:pPr>
            <a:endParaRPr lang="en-GB" altLang="en-US" sz="2800" dirty="0"/>
          </a:p>
        </p:txBody>
      </p:sp>
    </p:spTree>
    <p:extLst>
      <p:ext uri="{BB962C8B-B14F-4D97-AF65-F5344CB8AC3E}">
        <p14:creationId xmlns:p14="http://schemas.microsoft.com/office/powerpoint/2010/main" val="259197764"/>
      </p:ext>
    </p:extLst>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388B0-5CBC-1ECC-621D-F83B066ECADD}"/>
            </a:ext>
          </a:extLst>
        </p:cNvPr>
        <p:cNvGrpSpPr/>
        <p:nvPr/>
      </p:nvGrpSpPr>
      <p:grpSpPr>
        <a:xfrm>
          <a:off x="0" y="0"/>
          <a:ext cx="0" cy="0"/>
          <a:chOff x="0" y="0"/>
          <a:chExt cx="0" cy="0"/>
        </a:xfrm>
      </p:grpSpPr>
      <p:sp>
        <p:nvSpPr>
          <p:cNvPr id="8193" name="矩形 8">
            <a:extLst>
              <a:ext uri="{FF2B5EF4-FFF2-40B4-BE49-F238E27FC236}">
                <a16:creationId xmlns:a16="http://schemas.microsoft.com/office/drawing/2014/main" id="{623A1C75-41AD-B90A-89CB-EF83EFFBC5F6}"/>
              </a:ext>
            </a:extLst>
          </p:cNvPr>
          <p:cNvSpPr/>
          <p:nvPr/>
        </p:nvSpPr>
        <p:spPr>
          <a:xfrm flipH="1">
            <a:off x="1393190" y="0"/>
            <a:ext cx="490855" cy="108712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195" name="矩形 3">
            <a:extLst>
              <a:ext uri="{FF2B5EF4-FFF2-40B4-BE49-F238E27FC236}">
                <a16:creationId xmlns:a16="http://schemas.microsoft.com/office/drawing/2014/main" id="{9AF4BFA8-383D-ADB5-84C0-A74E456936CB}"/>
              </a:ext>
            </a:extLst>
          </p:cNvPr>
          <p:cNvSpPr/>
          <p:nvPr/>
        </p:nvSpPr>
        <p:spPr>
          <a:xfrm>
            <a:off x="587375" y="1529715"/>
            <a:ext cx="805815" cy="3592830"/>
          </a:xfrm>
          <a:prstGeom prst="rect">
            <a:avLst/>
          </a:prstGeom>
          <a:solidFill>
            <a:srgbClr val="203864"/>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nvGrpSpPr>
          <p:cNvPr id="8201" name="Group 10">
            <a:extLst>
              <a:ext uri="{FF2B5EF4-FFF2-40B4-BE49-F238E27FC236}">
                <a16:creationId xmlns:a16="http://schemas.microsoft.com/office/drawing/2014/main" id="{74CF8ACC-60C5-9293-F607-7276F9A763F3}"/>
              </a:ext>
            </a:extLst>
          </p:cNvPr>
          <p:cNvGrpSpPr/>
          <p:nvPr/>
        </p:nvGrpSpPr>
        <p:grpSpPr>
          <a:xfrm>
            <a:off x="0" y="1087120"/>
            <a:ext cx="1884045" cy="443865"/>
            <a:chOff x="0" y="0"/>
            <a:chExt cx="3385877" cy="578062"/>
          </a:xfrm>
        </p:grpSpPr>
        <p:sp>
          <p:nvSpPr>
            <p:cNvPr id="8202" name="直角三角形 7">
              <a:extLst>
                <a:ext uri="{FF2B5EF4-FFF2-40B4-BE49-F238E27FC236}">
                  <a16:creationId xmlns:a16="http://schemas.microsoft.com/office/drawing/2014/main" id="{E81F57A4-21AD-DCAC-D9CA-7723B8DAD83F}"/>
                </a:ext>
              </a:extLst>
            </p:cNvPr>
            <p:cNvSpPr/>
            <p:nvPr/>
          </p:nvSpPr>
          <p:spPr>
            <a:xfrm rot="-10800000" flipH="1">
              <a:off x="2809877" y="2062"/>
              <a:ext cx="576000" cy="576000"/>
            </a:xfrm>
            <a:prstGeom prst="rtTriangle">
              <a:avLst/>
            </a:prstGeom>
            <a:solidFill>
              <a:srgbClr val="D09E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203" name="矩形 9">
              <a:extLst>
                <a:ext uri="{FF2B5EF4-FFF2-40B4-BE49-F238E27FC236}">
                  <a16:creationId xmlns:a16="http://schemas.microsoft.com/office/drawing/2014/main" id="{0961E52F-57AF-BC89-1284-294AA53898E0}"/>
                </a:ext>
              </a:extLst>
            </p:cNvPr>
            <p:cNvSpPr/>
            <p:nvPr/>
          </p:nvSpPr>
          <p:spPr>
            <a:xfrm flipH="1">
              <a:off x="0" y="0"/>
              <a:ext cx="2809876" cy="57600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sp>
        <p:nvSpPr>
          <p:cNvPr id="8204" name="矩形 10">
            <a:extLst>
              <a:ext uri="{FF2B5EF4-FFF2-40B4-BE49-F238E27FC236}">
                <a16:creationId xmlns:a16="http://schemas.microsoft.com/office/drawing/2014/main" id="{16761A96-692A-AA4C-F017-EC9C15038370}"/>
              </a:ext>
            </a:extLst>
          </p:cNvPr>
          <p:cNvSpPr/>
          <p:nvPr/>
        </p:nvSpPr>
        <p:spPr>
          <a:xfrm>
            <a:off x="2053590" y="650240"/>
            <a:ext cx="6576060" cy="707886"/>
          </a:xfrm>
          <a:prstGeom prst="rect">
            <a:avLst/>
          </a:prstGeom>
          <a:noFill/>
          <a:ln w="9525">
            <a:noFill/>
          </a:ln>
        </p:spPr>
        <p:txBody>
          <a:bodyPr wrap="square" anchor="t" anchorCtr="0">
            <a:spAutoFit/>
          </a:bodyPr>
          <a:lstStyle/>
          <a:p>
            <a:r>
              <a:rPr lang="en-US" sz="4000" dirty="0"/>
              <a:t>Key Features of PHP</a:t>
            </a:r>
            <a:endParaRPr lang="en-GB" altLang="zh-CN" sz="4000" b="1" dirty="0">
              <a:gradFill>
                <a:gsLst>
                  <a:gs pos="0">
                    <a:srgbClr val="012D86"/>
                  </a:gs>
                  <a:gs pos="100000">
                    <a:srgbClr val="0E2557"/>
                  </a:gs>
                </a:gsLst>
                <a:lin scaled="0"/>
              </a:gradFill>
              <a:latin typeface="Microsoft YaHei" panose="020B0503020204020204" pitchFamily="34" charset="-122"/>
              <a:ea typeface="Microsoft YaHei" panose="020B0503020204020204" pitchFamily="34" charset="-122"/>
            </a:endParaRPr>
          </a:p>
        </p:txBody>
      </p:sp>
      <p:sp>
        <p:nvSpPr>
          <p:cNvPr id="2" name="Text Box 1">
            <a:extLst>
              <a:ext uri="{FF2B5EF4-FFF2-40B4-BE49-F238E27FC236}">
                <a16:creationId xmlns:a16="http://schemas.microsoft.com/office/drawing/2014/main" id="{B833FBE3-279E-92A8-1C8B-C152B802502C}"/>
              </a:ext>
            </a:extLst>
          </p:cNvPr>
          <p:cNvSpPr txBox="1"/>
          <p:nvPr/>
        </p:nvSpPr>
        <p:spPr>
          <a:xfrm>
            <a:off x="1793240" y="1341120"/>
            <a:ext cx="7096760" cy="2800767"/>
          </a:xfrm>
          <a:prstGeom prst="rect">
            <a:avLst/>
          </a:prstGeom>
          <a:noFill/>
        </p:spPr>
        <p:txBody>
          <a:bodyPr wrap="square" rtlCol="0">
            <a:spAutoFit/>
          </a:bodyPr>
          <a:lstStyle/>
          <a:p>
            <a:pPr marL="342900" indent="-342900">
              <a:buFont typeface="Arial" panose="020B0604020202020204" pitchFamily="34" charset="0"/>
              <a:buChar char="•"/>
            </a:pPr>
            <a:r>
              <a:rPr lang="en-US" altLang="en-US" sz="1600" dirty="0"/>
              <a:t>PHP is open-source and free to use.</a:t>
            </a:r>
          </a:p>
          <a:p>
            <a:pPr marL="342900" indent="-342900">
              <a:buFont typeface="Arial" panose="020B0604020202020204" pitchFamily="34" charset="0"/>
              <a:buChar char="•"/>
            </a:pPr>
            <a:endParaRPr lang="en-US" altLang="en-US" sz="1600" dirty="0"/>
          </a:p>
          <a:p>
            <a:pPr marL="342900" indent="-342900">
              <a:buFont typeface="Arial" panose="020B0604020202020204" pitchFamily="34" charset="0"/>
              <a:buChar char="•"/>
            </a:pPr>
            <a:r>
              <a:rPr lang="en-US" altLang="en-US" sz="1600" dirty="0"/>
              <a:t>It is a server-side language.</a:t>
            </a:r>
          </a:p>
          <a:p>
            <a:pPr marL="342900" indent="-342900">
              <a:buFont typeface="Arial" panose="020B0604020202020204" pitchFamily="34" charset="0"/>
              <a:buChar char="•"/>
            </a:pPr>
            <a:endParaRPr lang="en-US" altLang="en-US" sz="1600" dirty="0"/>
          </a:p>
          <a:p>
            <a:pPr marL="342900" indent="-342900">
              <a:buFont typeface="Arial" panose="020B0604020202020204" pitchFamily="34" charset="0"/>
              <a:buChar char="•"/>
            </a:pPr>
            <a:r>
              <a:rPr lang="en-US" altLang="en-US" sz="1600" dirty="0"/>
              <a:t>PHP can be embedded inside HTML.</a:t>
            </a:r>
          </a:p>
          <a:p>
            <a:pPr marL="342900" indent="-342900">
              <a:buFont typeface="Arial" panose="020B0604020202020204" pitchFamily="34" charset="0"/>
              <a:buChar char="•"/>
            </a:pPr>
            <a:endParaRPr lang="en-US" altLang="en-US" sz="1600" dirty="0"/>
          </a:p>
          <a:p>
            <a:pPr marL="342900" indent="-342900">
              <a:buFont typeface="Arial" panose="020B0604020202020204" pitchFamily="34" charset="0"/>
              <a:buChar char="•"/>
            </a:pPr>
            <a:r>
              <a:rPr lang="en-US" altLang="en-US" sz="1600" dirty="0"/>
              <a:t>It supports many databases like MySQL, Oracle, and PostgreSQL.</a:t>
            </a:r>
          </a:p>
          <a:p>
            <a:pPr marL="342900" indent="-342900">
              <a:buFont typeface="Arial" panose="020B0604020202020204" pitchFamily="34" charset="0"/>
              <a:buChar char="•"/>
            </a:pPr>
            <a:endParaRPr lang="en-US" altLang="en-US" sz="1600" dirty="0"/>
          </a:p>
          <a:p>
            <a:pPr marL="342900" indent="-342900">
              <a:buFont typeface="Arial" panose="020B0604020202020204" pitchFamily="34" charset="0"/>
              <a:buChar char="•"/>
            </a:pPr>
            <a:r>
              <a:rPr lang="en-US" altLang="en-US" sz="1600" dirty="0"/>
              <a:t>PHP is easy to learn and flexible.</a:t>
            </a:r>
          </a:p>
          <a:p>
            <a:pPr marL="342900" indent="-342900">
              <a:buFont typeface="Arial" panose="020B0604020202020204" pitchFamily="34" charset="0"/>
              <a:buChar char="•"/>
            </a:pPr>
            <a:endParaRPr lang="en-US" altLang="en-US" sz="1600" dirty="0"/>
          </a:p>
          <a:p>
            <a:pPr marL="342900" indent="-342900">
              <a:buFont typeface="Arial" panose="020B0604020202020204" pitchFamily="34" charset="0"/>
              <a:buChar char="•"/>
            </a:pPr>
            <a:r>
              <a:rPr lang="en-US" altLang="en-US" sz="1600" dirty="0"/>
              <a:t>It runs on different platforms such as Windows, Linux, and macOS.</a:t>
            </a:r>
            <a:endParaRPr lang="en-GB" altLang="en-US" sz="1600" dirty="0"/>
          </a:p>
        </p:txBody>
      </p:sp>
    </p:spTree>
    <p:extLst>
      <p:ext uri="{BB962C8B-B14F-4D97-AF65-F5344CB8AC3E}">
        <p14:creationId xmlns:p14="http://schemas.microsoft.com/office/powerpoint/2010/main" val="3852681737"/>
      </p:ext>
    </p:extLst>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4ECDF-73DA-6837-35D3-C57CB896F264}"/>
            </a:ext>
          </a:extLst>
        </p:cNvPr>
        <p:cNvGrpSpPr/>
        <p:nvPr/>
      </p:nvGrpSpPr>
      <p:grpSpPr>
        <a:xfrm>
          <a:off x="0" y="0"/>
          <a:ext cx="0" cy="0"/>
          <a:chOff x="0" y="0"/>
          <a:chExt cx="0" cy="0"/>
        </a:xfrm>
      </p:grpSpPr>
      <p:sp>
        <p:nvSpPr>
          <p:cNvPr id="8193" name="矩形 8">
            <a:extLst>
              <a:ext uri="{FF2B5EF4-FFF2-40B4-BE49-F238E27FC236}">
                <a16:creationId xmlns:a16="http://schemas.microsoft.com/office/drawing/2014/main" id="{F093BD16-1395-DF03-536D-B16139665B1F}"/>
              </a:ext>
            </a:extLst>
          </p:cNvPr>
          <p:cNvSpPr/>
          <p:nvPr/>
        </p:nvSpPr>
        <p:spPr>
          <a:xfrm flipH="1">
            <a:off x="1393190" y="0"/>
            <a:ext cx="490855" cy="108712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195" name="矩形 3">
            <a:extLst>
              <a:ext uri="{FF2B5EF4-FFF2-40B4-BE49-F238E27FC236}">
                <a16:creationId xmlns:a16="http://schemas.microsoft.com/office/drawing/2014/main" id="{8947F9A8-791D-F3C8-EE84-AF502A05851B}"/>
              </a:ext>
            </a:extLst>
          </p:cNvPr>
          <p:cNvSpPr/>
          <p:nvPr/>
        </p:nvSpPr>
        <p:spPr>
          <a:xfrm>
            <a:off x="587375" y="1529715"/>
            <a:ext cx="805815" cy="3592830"/>
          </a:xfrm>
          <a:prstGeom prst="rect">
            <a:avLst/>
          </a:prstGeom>
          <a:solidFill>
            <a:srgbClr val="203864"/>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nvGrpSpPr>
          <p:cNvPr id="8201" name="Group 10">
            <a:extLst>
              <a:ext uri="{FF2B5EF4-FFF2-40B4-BE49-F238E27FC236}">
                <a16:creationId xmlns:a16="http://schemas.microsoft.com/office/drawing/2014/main" id="{72D0D1A4-E226-3E9E-9F8F-CF8233A35F31}"/>
              </a:ext>
            </a:extLst>
          </p:cNvPr>
          <p:cNvGrpSpPr/>
          <p:nvPr/>
        </p:nvGrpSpPr>
        <p:grpSpPr>
          <a:xfrm>
            <a:off x="0" y="1087120"/>
            <a:ext cx="1884045" cy="443865"/>
            <a:chOff x="0" y="0"/>
            <a:chExt cx="3385877" cy="578062"/>
          </a:xfrm>
        </p:grpSpPr>
        <p:sp>
          <p:nvSpPr>
            <p:cNvPr id="8202" name="直角三角形 7">
              <a:extLst>
                <a:ext uri="{FF2B5EF4-FFF2-40B4-BE49-F238E27FC236}">
                  <a16:creationId xmlns:a16="http://schemas.microsoft.com/office/drawing/2014/main" id="{C3E45E90-304A-D47E-5466-46F2DD7DD636}"/>
                </a:ext>
              </a:extLst>
            </p:cNvPr>
            <p:cNvSpPr/>
            <p:nvPr/>
          </p:nvSpPr>
          <p:spPr>
            <a:xfrm rot="-10800000" flipH="1">
              <a:off x="2809877" y="2062"/>
              <a:ext cx="576000" cy="576000"/>
            </a:xfrm>
            <a:prstGeom prst="rtTriangle">
              <a:avLst/>
            </a:prstGeom>
            <a:solidFill>
              <a:srgbClr val="D09E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203" name="矩形 9">
              <a:extLst>
                <a:ext uri="{FF2B5EF4-FFF2-40B4-BE49-F238E27FC236}">
                  <a16:creationId xmlns:a16="http://schemas.microsoft.com/office/drawing/2014/main" id="{C7FD360E-1E6A-DAD9-E2A6-EEC446597B82}"/>
                </a:ext>
              </a:extLst>
            </p:cNvPr>
            <p:cNvSpPr/>
            <p:nvPr/>
          </p:nvSpPr>
          <p:spPr>
            <a:xfrm flipH="1">
              <a:off x="0" y="0"/>
              <a:ext cx="2809876" cy="57600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sp>
        <p:nvSpPr>
          <p:cNvPr id="8204" name="矩形 10">
            <a:extLst>
              <a:ext uri="{FF2B5EF4-FFF2-40B4-BE49-F238E27FC236}">
                <a16:creationId xmlns:a16="http://schemas.microsoft.com/office/drawing/2014/main" id="{A52E6E40-94DA-C046-5845-0D4CA0325030}"/>
              </a:ext>
            </a:extLst>
          </p:cNvPr>
          <p:cNvSpPr/>
          <p:nvPr/>
        </p:nvSpPr>
        <p:spPr>
          <a:xfrm>
            <a:off x="2053590" y="650240"/>
            <a:ext cx="6576060" cy="707886"/>
          </a:xfrm>
          <a:prstGeom prst="rect">
            <a:avLst/>
          </a:prstGeom>
          <a:noFill/>
          <a:ln w="9525">
            <a:noFill/>
          </a:ln>
        </p:spPr>
        <p:txBody>
          <a:bodyPr wrap="square" anchor="t" anchorCtr="0">
            <a:spAutoFit/>
          </a:bodyPr>
          <a:lstStyle/>
          <a:p>
            <a:r>
              <a:rPr lang="en-US" sz="4000" dirty="0"/>
              <a:t>How PHP Works</a:t>
            </a:r>
            <a:endParaRPr lang="en-GB" altLang="zh-CN" sz="4000" b="1" dirty="0">
              <a:gradFill>
                <a:gsLst>
                  <a:gs pos="0">
                    <a:srgbClr val="012D86"/>
                  </a:gs>
                  <a:gs pos="100000">
                    <a:srgbClr val="0E2557"/>
                  </a:gs>
                </a:gsLst>
                <a:lin scaled="0"/>
              </a:gradFill>
              <a:latin typeface="Microsoft YaHei" panose="020B0503020204020204" pitchFamily="34" charset="-122"/>
              <a:ea typeface="Microsoft YaHei" panose="020B0503020204020204" pitchFamily="34" charset="-122"/>
            </a:endParaRPr>
          </a:p>
        </p:txBody>
      </p:sp>
      <p:sp>
        <p:nvSpPr>
          <p:cNvPr id="2" name="Text Box 1">
            <a:extLst>
              <a:ext uri="{FF2B5EF4-FFF2-40B4-BE49-F238E27FC236}">
                <a16:creationId xmlns:a16="http://schemas.microsoft.com/office/drawing/2014/main" id="{91ED5D7D-4237-5D92-3294-5197F89A044C}"/>
              </a:ext>
            </a:extLst>
          </p:cNvPr>
          <p:cNvSpPr txBox="1"/>
          <p:nvPr/>
        </p:nvSpPr>
        <p:spPr>
          <a:xfrm>
            <a:off x="1793240" y="1341120"/>
            <a:ext cx="7096760" cy="3293209"/>
          </a:xfrm>
          <a:prstGeom prst="rect">
            <a:avLst/>
          </a:prstGeom>
          <a:noFill/>
        </p:spPr>
        <p:txBody>
          <a:bodyPr wrap="square" rtlCol="0">
            <a:spAutoFit/>
          </a:bodyPr>
          <a:lstStyle/>
          <a:p>
            <a:pPr marL="342900" indent="-342900">
              <a:buFont typeface="Arial" panose="020B0604020202020204" pitchFamily="34" charset="0"/>
              <a:buChar char="•"/>
            </a:pPr>
            <a:r>
              <a:rPr lang="en-US" altLang="en-US" sz="1600" dirty="0"/>
              <a:t>The user sends a request from the browser.</a:t>
            </a:r>
          </a:p>
          <a:p>
            <a:pPr marL="342900" indent="-342900">
              <a:buFont typeface="Arial" panose="020B0604020202020204" pitchFamily="34" charset="0"/>
              <a:buChar char="•"/>
            </a:pPr>
            <a:endParaRPr lang="en-US" altLang="en-US" sz="1600" dirty="0"/>
          </a:p>
          <a:p>
            <a:pPr marL="342900" indent="-342900">
              <a:buFont typeface="Arial" panose="020B0604020202020204" pitchFamily="34" charset="0"/>
              <a:buChar char="•"/>
            </a:pPr>
            <a:r>
              <a:rPr lang="en-US" altLang="en-US" sz="1600" dirty="0"/>
              <a:t>The request goes to the web server.</a:t>
            </a:r>
          </a:p>
          <a:p>
            <a:pPr marL="342900" indent="-342900">
              <a:buFont typeface="Arial" panose="020B0604020202020204" pitchFamily="34" charset="0"/>
              <a:buChar char="•"/>
            </a:pPr>
            <a:endParaRPr lang="en-US" altLang="en-US" sz="1600" dirty="0"/>
          </a:p>
          <a:p>
            <a:pPr marL="342900" indent="-342900">
              <a:buFont typeface="Arial" panose="020B0604020202020204" pitchFamily="34" charset="0"/>
              <a:buChar char="•"/>
            </a:pPr>
            <a:r>
              <a:rPr lang="en-US" altLang="en-US" sz="1600" dirty="0"/>
              <a:t>The server executes the PHP code.</a:t>
            </a:r>
          </a:p>
          <a:p>
            <a:pPr marL="342900" indent="-342900">
              <a:buFont typeface="Arial" panose="020B0604020202020204" pitchFamily="34" charset="0"/>
              <a:buChar char="•"/>
            </a:pPr>
            <a:endParaRPr lang="en-US" altLang="en-US" sz="1600" dirty="0"/>
          </a:p>
          <a:p>
            <a:pPr marL="342900" indent="-342900">
              <a:buFont typeface="Arial" panose="020B0604020202020204" pitchFamily="34" charset="0"/>
              <a:buChar char="•"/>
            </a:pPr>
            <a:r>
              <a:rPr lang="en-US" altLang="en-US" sz="1600" dirty="0"/>
              <a:t>PHP generates HTML output.</a:t>
            </a:r>
          </a:p>
          <a:p>
            <a:pPr marL="342900" indent="-342900">
              <a:buFont typeface="Arial" panose="020B0604020202020204" pitchFamily="34" charset="0"/>
              <a:buChar char="•"/>
            </a:pPr>
            <a:endParaRPr lang="en-US" altLang="en-US" sz="1600" dirty="0"/>
          </a:p>
          <a:p>
            <a:pPr marL="342900" indent="-342900">
              <a:buFont typeface="Arial" panose="020B0604020202020204" pitchFamily="34" charset="0"/>
              <a:buChar char="•"/>
            </a:pPr>
            <a:r>
              <a:rPr lang="en-US" altLang="en-US" sz="1600" dirty="0"/>
              <a:t>The browser displays the result to the user.</a:t>
            </a:r>
          </a:p>
          <a:p>
            <a:pPr marL="342900" indent="-342900">
              <a:buFont typeface="Arial" panose="020B0604020202020204" pitchFamily="34" charset="0"/>
              <a:buChar char="•"/>
            </a:pPr>
            <a:endParaRPr lang="en-US" altLang="en-US" sz="1600" dirty="0"/>
          </a:p>
          <a:p>
            <a:pPr marL="342900" indent="-342900">
              <a:buFont typeface="Arial" panose="020B0604020202020204" pitchFamily="34" charset="0"/>
              <a:buChar char="•"/>
            </a:pPr>
            <a:r>
              <a:rPr lang="en-US" sz="1600" dirty="0"/>
              <a:t>&lt;?</a:t>
            </a:r>
            <a:r>
              <a:rPr lang="en-US" sz="1600" dirty="0" err="1"/>
              <a:t>php</a:t>
            </a:r>
            <a:br>
              <a:rPr lang="en-US" sz="1600" dirty="0"/>
            </a:br>
            <a:r>
              <a:rPr lang="en-US" sz="1600" dirty="0"/>
              <a:t>echo "Hello World";</a:t>
            </a:r>
            <a:br>
              <a:rPr lang="en-US" sz="1600" dirty="0"/>
            </a:br>
            <a:r>
              <a:rPr lang="en-US" sz="1600" dirty="0"/>
              <a:t>?&gt;</a:t>
            </a:r>
            <a:endParaRPr lang="en-GB" altLang="en-US" sz="1600" dirty="0"/>
          </a:p>
        </p:txBody>
      </p:sp>
    </p:spTree>
    <p:extLst>
      <p:ext uri="{BB962C8B-B14F-4D97-AF65-F5344CB8AC3E}">
        <p14:creationId xmlns:p14="http://schemas.microsoft.com/office/powerpoint/2010/main" val="1556159412"/>
      </p:ext>
    </p:extLst>
  </p:cSld>
  <p:clrMapOvr>
    <a:masterClrMapping/>
  </p:clrMapOvr>
  <p:transition spd="slow">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8EBAD-F9B8-7C15-E7A2-1F9A272098FD}"/>
            </a:ext>
          </a:extLst>
        </p:cNvPr>
        <p:cNvGrpSpPr/>
        <p:nvPr/>
      </p:nvGrpSpPr>
      <p:grpSpPr>
        <a:xfrm>
          <a:off x="0" y="0"/>
          <a:ext cx="0" cy="0"/>
          <a:chOff x="0" y="0"/>
          <a:chExt cx="0" cy="0"/>
        </a:xfrm>
      </p:grpSpPr>
      <p:sp>
        <p:nvSpPr>
          <p:cNvPr id="8193" name="矩形 8">
            <a:extLst>
              <a:ext uri="{FF2B5EF4-FFF2-40B4-BE49-F238E27FC236}">
                <a16:creationId xmlns:a16="http://schemas.microsoft.com/office/drawing/2014/main" id="{CFDF1044-4727-44EC-70B9-C6DA30668C67}"/>
              </a:ext>
            </a:extLst>
          </p:cNvPr>
          <p:cNvSpPr/>
          <p:nvPr/>
        </p:nvSpPr>
        <p:spPr>
          <a:xfrm flipH="1">
            <a:off x="1393190" y="0"/>
            <a:ext cx="490855" cy="108712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195" name="矩形 3">
            <a:extLst>
              <a:ext uri="{FF2B5EF4-FFF2-40B4-BE49-F238E27FC236}">
                <a16:creationId xmlns:a16="http://schemas.microsoft.com/office/drawing/2014/main" id="{04FFB4EE-71AB-71CA-4454-DE5809A31ADF}"/>
              </a:ext>
            </a:extLst>
          </p:cNvPr>
          <p:cNvSpPr/>
          <p:nvPr/>
        </p:nvSpPr>
        <p:spPr>
          <a:xfrm>
            <a:off x="587375" y="1529715"/>
            <a:ext cx="805815" cy="3592830"/>
          </a:xfrm>
          <a:prstGeom prst="rect">
            <a:avLst/>
          </a:prstGeom>
          <a:solidFill>
            <a:srgbClr val="203864"/>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nvGrpSpPr>
          <p:cNvPr id="8201" name="Group 10">
            <a:extLst>
              <a:ext uri="{FF2B5EF4-FFF2-40B4-BE49-F238E27FC236}">
                <a16:creationId xmlns:a16="http://schemas.microsoft.com/office/drawing/2014/main" id="{F006C3C1-8FE0-DD20-6CC6-EFC1380A6105}"/>
              </a:ext>
            </a:extLst>
          </p:cNvPr>
          <p:cNvGrpSpPr/>
          <p:nvPr/>
        </p:nvGrpSpPr>
        <p:grpSpPr>
          <a:xfrm>
            <a:off x="0" y="1087120"/>
            <a:ext cx="1884045" cy="443865"/>
            <a:chOff x="0" y="0"/>
            <a:chExt cx="3385877" cy="578062"/>
          </a:xfrm>
        </p:grpSpPr>
        <p:sp>
          <p:nvSpPr>
            <p:cNvPr id="8202" name="直角三角形 7">
              <a:extLst>
                <a:ext uri="{FF2B5EF4-FFF2-40B4-BE49-F238E27FC236}">
                  <a16:creationId xmlns:a16="http://schemas.microsoft.com/office/drawing/2014/main" id="{22310A9B-9009-76B2-A6D4-1D481E72C8C8}"/>
                </a:ext>
              </a:extLst>
            </p:cNvPr>
            <p:cNvSpPr/>
            <p:nvPr/>
          </p:nvSpPr>
          <p:spPr>
            <a:xfrm rot="-10800000" flipH="1">
              <a:off x="2809877" y="2062"/>
              <a:ext cx="576000" cy="576000"/>
            </a:xfrm>
            <a:prstGeom prst="rtTriangle">
              <a:avLst/>
            </a:prstGeom>
            <a:solidFill>
              <a:srgbClr val="D09E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203" name="矩形 9">
              <a:extLst>
                <a:ext uri="{FF2B5EF4-FFF2-40B4-BE49-F238E27FC236}">
                  <a16:creationId xmlns:a16="http://schemas.microsoft.com/office/drawing/2014/main" id="{F2EAB2CA-E8C3-28FC-CAD3-F84C3B732F8B}"/>
                </a:ext>
              </a:extLst>
            </p:cNvPr>
            <p:cNvSpPr/>
            <p:nvPr/>
          </p:nvSpPr>
          <p:spPr>
            <a:xfrm flipH="1">
              <a:off x="0" y="0"/>
              <a:ext cx="2809876" cy="57600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sp>
        <p:nvSpPr>
          <p:cNvPr id="8204" name="矩形 10">
            <a:extLst>
              <a:ext uri="{FF2B5EF4-FFF2-40B4-BE49-F238E27FC236}">
                <a16:creationId xmlns:a16="http://schemas.microsoft.com/office/drawing/2014/main" id="{FB2E0543-BD10-D7AD-BB54-FC77A97C6EAE}"/>
              </a:ext>
            </a:extLst>
          </p:cNvPr>
          <p:cNvSpPr/>
          <p:nvPr/>
        </p:nvSpPr>
        <p:spPr>
          <a:xfrm>
            <a:off x="2053590" y="650240"/>
            <a:ext cx="6576060" cy="707886"/>
          </a:xfrm>
          <a:prstGeom prst="rect">
            <a:avLst/>
          </a:prstGeom>
          <a:noFill/>
          <a:ln w="9525">
            <a:noFill/>
          </a:ln>
        </p:spPr>
        <p:txBody>
          <a:bodyPr wrap="square" anchor="t" anchorCtr="0">
            <a:spAutoFit/>
          </a:bodyPr>
          <a:lstStyle/>
          <a:p>
            <a:r>
              <a:rPr lang="en-US" sz="4000" dirty="0"/>
              <a:t>What is XAMPP?</a:t>
            </a:r>
            <a:endParaRPr lang="en-GB" altLang="zh-CN" sz="4000" b="1" dirty="0">
              <a:gradFill>
                <a:gsLst>
                  <a:gs pos="0">
                    <a:srgbClr val="012D86"/>
                  </a:gs>
                  <a:gs pos="100000">
                    <a:srgbClr val="0E2557"/>
                  </a:gs>
                </a:gsLst>
                <a:lin scaled="0"/>
              </a:gradFill>
              <a:latin typeface="Microsoft YaHei" panose="020B0503020204020204" pitchFamily="34" charset="-122"/>
              <a:ea typeface="Microsoft YaHei" panose="020B0503020204020204" pitchFamily="34" charset="-122"/>
            </a:endParaRPr>
          </a:p>
        </p:txBody>
      </p:sp>
      <p:sp>
        <p:nvSpPr>
          <p:cNvPr id="2" name="Text Box 1">
            <a:extLst>
              <a:ext uri="{FF2B5EF4-FFF2-40B4-BE49-F238E27FC236}">
                <a16:creationId xmlns:a16="http://schemas.microsoft.com/office/drawing/2014/main" id="{7CCAA3E0-B1A4-F477-72BC-08ED57C42B5B}"/>
              </a:ext>
            </a:extLst>
          </p:cNvPr>
          <p:cNvSpPr txBox="1"/>
          <p:nvPr/>
        </p:nvSpPr>
        <p:spPr>
          <a:xfrm>
            <a:off x="1793240" y="1341120"/>
            <a:ext cx="7096760" cy="3046988"/>
          </a:xfrm>
          <a:prstGeom prst="rect">
            <a:avLst/>
          </a:prstGeom>
          <a:noFill/>
        </p:spPr>
        <p:txBody>
          <a:bodyPr wrap="square" rtlCol="0">
            <a:spAutoFit/>
          </a:bodyPr>
          <a:lstStyle/>
          <a:p>
            <a:r>
              <a:rPr lang="en-US" sz="2400" dirty="0"/>
              <a:t>XAMPP is a </a:t>
            </a:r>
            <a:r>
              <a:rPr lang="en-US" sz="2400" b="1" dirty="0"/>
              <a:t>local server software package</a:t>
            </a:r>
            <a:r>
              <a:rPr lang="en-US" sz="2400" dirty="0"/>
              <a:t> that allows developers to run </a:t>
            </a:r>
            <a:r>
              <a:rPr lang="en-US" sz="2400" b="1" dirty="0"/>
              <a:t>PHP and databases on their computer</a:t>
            </a:r>
            <a:r>
              <a:rPr lang="en-US" sz="2400" dirty="0"/>
              <a:t>.</a:t>
            </a:r>
          </a:p>
          <a:p>
            <a:r>
              <a:rPr lang="en-US" sz="2400" dirty="0"/>
              <a:t>It provides an easy way to create a </a:t>
            </a:r>
            <a:r>
              <a:rPr lang="en-US" sz="2400" b="1" dirty="0"/>
              <a:t>local web development environment</a:t>
            </a:r>
            <a:r>
              <a:rPr lang="en-US" sz="2400" dirty="0"/>
              <a:t> without installing each component separately.</a:t>
            </a:r>
          </a:p>
          <a:p>
            <a:r>
              <a:rPr lang="en-US" sz="2400" dirty="0"/>
              <a:t>XAMPP is commonly used for </a:t>
            </a:r>
            <a:r>
              <a:rPr lang="en-US" sz="2400" b="1" dirty="0"/>
              <a:t>testing and developing websites locally</a:t>
            </a:r>
            <a:r>
              <a:rPr lang="en-US" sz="2400" dirty="0"/>
              <a:t> before deploying them online.</a:t>
            </a:r>
          </a:p>
        </p:txBody>
      </p:sp>
    </p:spTree>
    <p:extLst>
      <p:ext uri="{BB962C8B-B14F-4D97-AF65-F5344CB8AC3E}">
        <p14:creationId xmlns:p14="http://schemas.microsoft.com/office/powerpoint/2010/main" val="1413562763"/>
      </p:ext>
    </p:extLst>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211EC-BADC-A7EB-EB6A-66AFCB9BC2BD}"/>
            </a:ext>
          </a:extLst>
        </p:cNvPr>
        <p:cNvGrpSpPr/>
        <p:nvPr/>
      </p:nvGrpSpPr>
      <p:grpSpPr>
        <a:xfrm>
          <a:off x="0" y="0"/>
          <a:ext cx="0" cy="0"/>
          <a:chOff x="0" y="0"/>
          <a:chExt cx="0" cy="0"/>
        </a:xfrm>
      </p:grpSpPr>
      <p:sp>
        <p:nvSpPr>
          <p:cNvPr id="8193" name="矩形 8">
            <a:extLst>
              <a:ext uri="{FF2B5EF4-FFF2-40B4-BE49-F238E27FC236}">
                <a16:creationId xmlns:a16="http://schemas.microsoft.com/office/drawing/2014/main" id="{C476BFB6-92ED-C4CF-B5B3-D6957AB6067F}"/>
              </a:ext>
            </a:extLst>
          </p:cNvPr>
          <p:cNvSpPr/>
          <p:nvPr/>
        </p:nvSpPr>
        <p:spPr>
          <a:xfrm flipH="1">
            <a:off x="1393190" y="0"/>
            <a:ext cx="490855" cy="108712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195" name="矩形 3">
            <a:extLst>
              <a:ext uri="{FF2B5EF4-FFF2-40B4-BE49-F238E27FC236}">
                <a16:creationId xmlns:a16="http://schemas.microsoft.com/office/drawing/2014/main" id="{590A6AC7-5C5F-DBCA-FCBD-684CF4D4596B}"/>
              </a:ext>
            </a:extLst>
          </p:cNvPr>
          <p:cNvSpPr/>
          <p:nvPr/>
        </p:nvSpPr>
        <p:spPr>
          <a:xfrm>
            <a:off x="587375" y="1529715"/>
            <a:ext cx="805815" cy="3592830"/>
          </a:xfrm>
          <a:prstGeom prst="rect">
            <a:avLst/>
          </a:prstGeom>
          <a:solidFill>
            <a:srgbClr val="203864"/>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nvGrpSpPr>
          <p:cNvPr id="8201" name="Group 10">
            <a:extLst>
              <a:ext uri="{FF2B5EF4-FFF2-40B4-BE49-F238E27FC236}">
                <a16:creationId xmlns:a16="http://schemas.microsoft.com/office/drawing/2014/main" id="{7FE22C31-10A8-745E-ABA8-0BB5D0D80E6E}"/>
              </a:ext>
            </a:extLst>
          </p:cNvPr>
          <p:cNvGrpSpPr/>
          <p:nvPr/>
        </p:nvGrpSpPr>
        <p:grpSpPr>
          <a:xfrm>
            <a:off x="0" y="1087120"/>
            <a:ext cx="1884045" cy="443865"/>
            <a:chOff x="0" y="0"/>
            <a:chExt cx="3385877" cy="578062"/>
          </a:xfrm>
        </p:grpSpPr>
        <p:sp>
          <p:nvSpPr>
            <p:cNvPr id="8202" name="直角三角形 7">
              <a:extLst>
                <a:ext uri="{FF2B5EF4-FFF2-40B4-BE49-F238E27FC236}">
                  <a16:creationId xmlns:a16="http://schemas.microsoft.com/office/drawing/2014/main" id="{05C467D3-D42C-1C5D-FAD3-F8D5C59D2D10}"/>
                </a:ext>
              </a:extLst>
            </p:cNvPr>
            <p:cNvSpPr/>
            <p:nvPr/>
          </p:nvSpPr>
          <p:spPr>
            <a:xfrm rot="-10800000" flipH="1">
              <a:off x="2809877" y="2062"/>
              <a:ext cx="576000" cy="576000"/>
            </a:xfrm>
            <a:prstGeom prst="rtTriangle">
              <a:avLst/>
            </a:prstGeom>
            <a:solidFill>
              <a:srgbClr val="D09E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203" name="矩形 9">
              <a:extLst>
                <a:ext uri="{FF2B5EF4-FFF2-40B4-BE49-F238E27FC236}">
                  <a16:creationId xmlns:a16="http://schemas.microsoft.com/office/drawing/2014/main" id="{2F1DD1D3-DB0F-0BEE-DA08-7D1202B33452}"/>
                </a:ext>
              </a:extLst>
            </p:cNvPr>
            <p:cNvSpPr/>
            <p:nvPr/>
          </p:nvSpPr>
          <p:spPr>
            <a:xfrm flipH="1">
              <a:off x="0" y="0"/>
              <a:ext cx="2809876" cy="57600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sp>
        <p:nvSpPr>
          <p:cNvPr id="8204" name="矩形 10">
            <a:extLst>
              <a:ext uri="{FF2B5EF4-FFF2-40B4-BE49-F238E27FC236}">
                <a16:creationId xmlns:a16="http://schemas.microsoft.com/office/drawing/2014/main" id="{B77380F7-CBA7-C9F9-2996-056DCFE4FC3E}"/>
              </a:ext>
            </a:extLst>
          </p:cNvPr>
          <p:cNvSpPr/>
          <p:nvPr/>
        </p:nvSpPr>
        <p:spPr>
          <a:xfrm>
            <a:off x="2000250" y="189617"/>
            <a:ext cx="6576060" cy="707886"/>
          </a:xfrm>
          <a:prstGeom prst="rect">
            <a:avLst/>
          </a:prstGeom>
          <a:noFill/>
          <a:ln w="9525">
            <a:noFill/>
          </a:ln>
        </p:spPr>
        <p:txBody>
          <a:bodyPr wrap="square" anchor="t" anchorCtr="0">
            <a:spAutoFit/>
          </a:bodyPr>
          <a:lstStyle/>
          <a:p>
            <a:r>
              <a:rPr lang="en-US" sz="4000" dirty="0"/>
              <a:t>Components of XAMPP</a:t>
            </a:r>
            <a:endParaRPr lang="en-GB" altLang="zh-CN" sz="4000" b="1" dirty="0">
              <a:gradFill>
                <a:gsLst>
                  <a:gs pos="0">
                    <a:srgbClr val="012D86"/>
                  </a:gs>
                  <a:gs pos="100000">
                    <a:srgbClr val="0E2557"/>
                  </a:gs>
                </a:gsLst>
                <a:lin scaled="0"/>
              </a:gradFill>
              <a:latin typeface="Microsoft YaHei" panose="020B0503020204020204" pitchFamily="34" charset="-122"/>
              <a:ea typeface="Microsoft YaHei" panose="020B0503020204020204" pitchFamily="34" charset="-122"/>
            </a:endParaRPr>
          </a:p>
        </p:txBody>
      </p:sp>
      <p:sp>
        <p:nvSpPr>
          <p:cNvPr id="2" name="Text Box 1">
            <a:extLst>
              <a:ext uri="{FF2B5EF4-FFF2-40B4-BE49-F238E27FC236}">
                <a16:creationId xmlns:a16="http://schemas.microsoft.com/office/drawing/2014/main" id="{BE08AC83-3705-D94B-A802-42A96F2462FC}"/>
              </a:ext>
            </a:extLst>
          </p:cNvPr>
          <p:cNvSpPr txBox="1"/>
          <p:nvPr/>
        </p:nvSpPr>
        <p:spPr>
          <a:xfrm>
            <a:off x="1793240" y="1087120"/>
            <a:ext cx="7096760" cy="2677656"/>
          </a:xfrm>
          <a:prstGeom prst="rect">
            <a:avLst/>
          </a:prstGeom>
          <a:noFill/>
        </p:spPr>
        <p:txBody>
          <a:bodyPr wrap="square" rtlCol="0">
            <a:spAutoFit/>
          </a:bodyPr>
          <a:lstStyle/>
          <a:p>
            <a:r>
              <a:rPr lang="en-US" sz="2800" dirty="0"/>
              <a:t>XAMPP stands for:</a:t>
            </a:r>
          </a:p>
          <a:p>
            <a:r>
              <a:rPr lang="en-US" sz="2800" b="1" dirty="0"/>
              <a:t>X – Cross Platform</a:t>
            </a:r>
            <a:br>
              <a:rPr lang="en-US" sz="2800" dirty="0"/>
            </a:br>
            <a:r>
              <a:rPr lang="en-US" sz="2800" b="1" dirty="0"/>
              <a:t>A – Apache Web Server</a:t>
            </a:r>
            <a:br>
              <a:rPr lang="en-US" sz="2800" dirty="0"/>
            </a:br>
            <a:r>
              <a:rPr lang="en-US" sz="2800" b="1" dirty="0"/>
              <a:t>M – MySQL / MariaDB Database</a:t>
            </a:r>
            <a:br>
              <a:rPr lang="en-US" sz="2800" dirty="0"/>
            </a:br>
            <a:r>
              <a:rPr lang="en-US" sz="2800" b="1" dirty="0"/>
              <a:t>P – PHP</a:t>
            </a:r>
            <a:br>
              <a:rPr lang="en-US" sz="2800" dirty="0"/>
            </a:br>
            <a:r>
              <a:rPr lang="en-US" sz="2800" b="1" dirty="0"/>
              <a:t>P – Perl</a:t>
            </a:r>
            <a:endParaRPr lang="en-US" sz="2800" dirty="0"/>
          </a:p>
        </p:txBody>
      </p:sp>
    </p:spTree>
    <p:extLst>
      <p:ext uri="{BB962C8B-B14F-4D97-AF65-F5344CB8AC3E}">
        <p14:creationId xmlns:p14="http://schemas.microsoft.com/office/powerpoint/2010/main" val="2591602278"/>
      </p:ext>
    </p:extLst>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矩形 8"/>
          <p:cNvSpPr/>
          <p:nvPr/>
        </p:nvSpPr>
        <p:spPr>
          <a:xfrm flipH="1">
            <a:off x="1393190" y="0"/>
            <a:ext cx="490855" cy="108712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195" name="矩形 3"/>
          <p:cNvSpPr/>
          <p:nvPr/>
        </p:nvSpPr>
        <p:spPr>
          <a:xfrm>
            <a:off x="587375" y="1529715"/>
            <a:ext cx="805815" cy="3592830"/>
          </a:xfrm>
          <a:prstGeom prst="rect">
            <a:avLst/>
          </a:prstGeom>
          <a:solidFill>
            <a:srgbClr val="203864"/>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nvGrpSpPr>
          <p:cNvPr id="8201" name="Group 10"/>
          <p:cNvGrpSpPr/>
          <p:nvPr/>
        </p:nvGrpSpPr>
        <p:grpSpPr>
          <a:xfrm>
            <a:off x="0" y="1087120"/>
            <a:ext cx="1884045" cy="443865"/>
            <a:chOff x="0" y="0"/>
            <a:chExt cx="3385877" cy="578062"/>
          </a:xfrm>
        </p:grpSpPr>
        <p:sp>
          <p:nvSpPr>
            <p:cNvPr id="8202" name="直角三角形 7"/>
            <p:cNvSpPr/>
            <p:nvPr/>
          </p:nvSpPr>
          <p:spPr>
            <a:xfrm rot="-10800000" flipH="1">
              <a:off x="2809877" y="2062"/>
              <a:ext cx="576000" cy="576000"/>
            </a:xfrm>
            <a:prstGeom prst="rtTriangle">
              <a:avLst/>
            </a:prstGeom>
            <a:solidFill>
              <a:srgbClr val="D09E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203" name="矩形 9"/>
            <p:cNvSpPr/>
            <p:nvPr/>
          </p:nvSpPr>
          <p:spPr>
            <a:xfrm flipH="1">
              <a:off x="0" y="0"/>
              <a:ext cx="2809876" cy="57600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sp>
        <p:nvSpPr>
          <p:cNvPr id="8204" name="矩形 10"/>
          <p:cNvSpPr/>
          <p:nvPr/>
        </p:nvSpPr>
        <p:spPr>
          <a:xfrm>
            <a:off x="1778481" y="633234"/>
            <a:ext cx="6576060" cy="707886"/>
          </a:xfrm>
          <a:prstGeom prst="rect">
            <a:avLst/>
          </a:prstGeom>
          <a:noFill/>
          <a:ln w="9525">
            <a:noFill/>
          </a:ln>
        </p:spPr>
        <p:txBody>
          <a:bodyPr wrap="square" anchor="t" anchorCtr="0">
            <a:spAutoFit/>
          </a:bodyPr>
          <a:lstStyle/>
          <a:p>
            <a:r>
              <a:rPr lang="en-US" sz="4000" b="1" dirty="0"/>
              <a:t>Main Components Explained</a:t>
            </a:r>
          </a:p>
        </p:txBody>
      </p:sp>
      <p:sp>
        <p:nvSpPr>
          <p:cNvPr id="2" name="Text Box 1"/>
          <p:cNvSpPr txBox="1"/>
          <p:nvPr/>
        </p:nvSpPr>
        <p:spPr>
          <a:xfrm>
            <a:off x="1793240" y="1341120"/>
            <a:ext cx="7096760" cy="3170099"/>
          </a:xfrm>
          <a:prstGeom prst="rect">
            <a:avLst/>
          </a:prstGeom>
          <a:noFill/>
        </p:spPr>
        <p:txBody>
          <a:bodyPr wrap="square" rtlCol="0">
            <a:spAutoFit/>
          </a:bodyPr>
          <a:lstStyle/>
          <a:p>
            <a:r>
              <a:rPr lang="en-US" sz="2000" b="1" dirty="0"/>
              <a:t>Apache</a:t>
            </a:r>
            <a:br>
              <a:rPr lang="en-US" sz="2000" dirty="0"/>
            </a:br>
            <a:r>
              <a:rPr lang="en-US" sz="2000" dirty="0" err="1"/>
              <a:t>Apache</a:t>
            </a:r>
            <a:r>
              <a:rPr lang="en-US" sz="2000" dirty="0"/>
              <a:t> is a web server that handles requests from the browser and serves web pages.</a:t>
            </a:r>
          </a:p>
          <a:p>
            <a:r>
              <a:rPr lang="en-US" sz="2000" b="1" dirty="0"/>
              <a:t>MySQL / MariaDB</a:t>
            </a:r>
            <a:br>
              <a:rPr lang="en-US" sz="2000" dirty="0"/>
            </a:br>
            <a:r>
              <a:rPr lang="en-US" sz="2000" dirty="0"/>
              <a:t>It is a database system used to store and manage website data.</a:t>
            </a:r>
          </a:p>
          <a:p>
            <a:r>
              <a:rPr lang="en-US" sz="2000" b="1" dirty="0"/>
              <a:t>PHP</a:t>
            </a:r>
            <a:br>
              <a:rPr lang="en-US" sz="2000" dirty="0"/>
            </a:br>
            <a:r>
              <a:rPr lang="en-US" sz="2000" dirty="0"/>
              <a:t>A scripting language used to build dynamic web pages.</a:t>
            </a:r>
          </a:p>
          <a:p>
            <a:r>
              <a:rPr lang="en-US" sz="2000" b="1" dirty="0"/>
              <a:t>Perl</a:t>
            </a:r>
            <a:br>
              <a:rPr lang="en-US" sz="2000" dirty="0"/>
            </a:br>
            <a:r>
              <a:rPr lang="en-US" sz="2000" dirty="0"/>
              <a:t>A programming language used for scripting and system administration tasks.</a:t>
            </a:r>
          </a:p>
        </p:txBody>
      </p:sp>
    </p:spTree>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矩形 8"/>
          <p:cNvSpPr/>
          <p:nvPr/>
        </p:nvSpPr>
        <p:spPr>
          <a:xfrm flipH="1">
            <a:off x="1393190" y="0"/>
            <a:ext cx="490855" cy="108712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195" name="矩形 3"/>
          <p:cNvSpPr/>
          <p:nvPr/>
        </p:nvSpPr>
        <p:spPr>
          <a:xfrm>
            <a:off x="587375" y="1529715"/>
            <a:ext cx="805815" cy="3592830"/>
          </a:xfrm>
          <a:prstGeom prst="rect">
            <a:avLst/>
          </a:prstGeom>
          <a:solidFill>
            <a:srgbClr val="203864"/>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nvGrpSpPr>
          <p:cNvPr id="8201" name="Group 10"/>
          <p:cNvGrpSpPr/>
          <p:nvPr/>
        </p:nvGrpSpPr>
        <p:grpSpPr>
          <a:xfrm>
            <a:off x="0" y="1087120"/>
            <a:ext cx="1884045" cy="443865"/>
            <a:chOff x="0" y="0"/>
            <a:chExt cx="3385877" cy="578062"/>
          </a:xfrm>
        </p:grpSpPr>
        <p:sp>
          <p:nvSpPr>
            <p:cNvPr id="8202" name="直角三角形 7"/>
            <p:cNvSpPr/>
            <p:nvPr/>
          </p:nvSpPr>
          <p:spPr>
            <a:xfrm rot="-10800000" flipH="1">
              <a:off x="2809877" y="2062"/>
              <a:ext cx="576000" cy="576000"/>
            </a:xfrm>
            <a:prstGeom prst="rtTriangle">
              <a:avLst/>
            </a:prstGeom>
            <a:solidFill>
              <a:srgbClr val="D09E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203" name="矩形 9"/>
            <p:cNvSpPr/>
            <p:nvPr/>
          </p:nvSpPr>
          <p:spPr>
            <a:xfrm flipH="1">
              <a:off x="0" y="0"/>
              <a:ext cx="2809876" cy="57600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sp>
        <p:nvSpPr>
          <p:cNvPr id="8204" name="矩形 10"/>
          <p:cNvSpPr/>
          <p:nvPr/>
        </p:nvSpPr>
        <p:spPr>
          <a:xfrm>
            <a:off x="1778481" y="633234"/>
            <a:ext cx="6576060" cy="707886"/>
          </a:xfrm>
          <a:prstGeom prst="rect">
            <a:avLst/>
          </a:prstGeom>
          <a:noFill/>
          <a:ln w="9525">
            <a:noFill/>
          </a:ln>
        </p:spPr>
        <p:txBody>
          <a:bodyPr wrap="square" anchor="t" anchorCtr="0">
            <a:spAutoFit/>
          </a:bodyPr>
          <a:lstStyle/>
          <a:p>
            <a:r>
              <a:rPr lang="en-US" sz="4000" b="1" dirty="0"/>
              <a:t>Why We Use XAMPP</a:t>
            </a:r>
          </a:p>
        </p:txBody>
      </p:sp>
      <p:sp>
        <p:nvSpPr>
          <p:cNvPr id="2" name="Text Box 1"/>
          <p:cNvSpPr txBox="1"/>
          <p:nvPr/>
        </p:nvSpPr>
        <p:spPr>
          <a:xfrm>
            <a:off x="1793240" y="1341120"/>
            <a:ext cx="7096760" cy="2246769"/>
          </a:xfrm>
          <a:prstGeom prst="rect">
            <a:avLst/>
          </a:prstGeom>
          <a:noFill/>
        </p:spPr>
        <p:txBody>
          <a:bodyPr wrap="square" rtlCol="0">
            <a:spAutoFit/>
          </a:bodyPr>
          <a:lstStyle/>
          <a:p>
            <a:pPr marL="457200" indent="-457200">
              <a:buFont typeface="Arial" panose="020B0604020202020204" pitchFamily="34" charset="0"/>
              <a:buChar char="•"/>
            </a:pPr>
            <a:r>
              <a:rPr lang="en-US" sz="2800" dirty="0"/>
              <a:t>Easy to install and configure</a:t>
            </a:r>
          </a:p>
          <a:p>
            <a:pPr marL="457200" indent="-457200">
              <a:buFont typeface="Arial" panose="020B0604020202020204" pitchFamily="34" charset="0"/>
              <a:buChar char="•"/>
            </a:pPr>
            <a:r>
              <a:rPr lang="en-US" sz="2800" dirty="0"/>
              <a:t>Free and open source</a:t>
            </a:r>
          </a:p>
          <a:p>
            <a:pPr marL="457200" indent="-457200">
              <a:buFont typeface="Arial" panose="020B0604020202020204" pitchFamily="34" charset="0"/>
              <a:buChar char="•"/>
            </a:pPr>
            <a:r>
              <a:rPr lang="en-US" sz="2800" dirty="0"/>
              <a:t>Allows </a:t>
            </a:r>
            <a:r>
              <a:rPr lang="en-US" sz="2800" b="1" dirty="0"/>
              <a:t>local website development</a:t>
            </a:r>
            <a:endParaRPr lang="en-US" sz="2800" dirty="0"/>
          </a:p>
          <a:p>
            <a:pPr marL="457200" indent="-457200">
              <a:buFont typeface="Arial" panose="020B0604020202020204" pitchFamily="34" charset="0"/>
              <a:buChar char="•"/>
            </a:pPr>
            <a:r>
              <a:rPr lang="en-US" sz="2800" dirty="0"/>
              <a:t>Includes all required tools in one package</a:t>
            </a:r>
          </a:p>
          <a:p>
            <a:pPr marL="457200" indent="-457200">
              <a:buFont typeface="Arial" panose="020B0604020202020204" pitchFamily="34" charset="0"/>
              <a:buChar char="•"/>
            </a:pPr>
            <a:r>
              <a:rPr lang="en-US" sz="2800" dirty="0"/>
              <a:t>Helpful for </a:t>
            </a:r>
            <a:r>
              <a:rPr lang="en-US" sz="2800" b="1" dirty="0"/>
              <a:t>testing web applications</a:t>
            </a:r>
            <a:endParaRPr lang="en-US" sz="2800" dirty="0"/>
          </a:p>
        </p:txBody>
      </p:sp>
    </p:spTree>
  </p:cSld>
  <p:clrMapOvr>
    <a:masterClrMapping/>
  </p:clrMapOvr>
  <p:transition spd="slow">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矩形 8"/>
          <p:cNvSpPr/>
          <p:nvPr/>
        </p:nvSpPr>
        <p:spPr>
          <a:xfrm flipH="1">
            <a:off x="1393190" y="0"/>
            <a:ext cx="490855" cy="108712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195" name="矩形 3"/>
          <p:cNvSpPr/>
          <p:nvPr/>
        </p:nvSpPr>
        <p:spPr>
          <a:xfrm>
            <a:off x="587375" y="1529715"/>
            <a:ext cx="805815" cy="3592830"/>
          </a:xfrm>
          <a:prstGeom prst="rect">
            <a:avLst/>
          </a:prstGeom>
          <a:solidFill>
            <a:srgbClr val="203864"/>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nvGrpSpPr>
          <p:cNvPr id="8201" name="Group 10"/>
          <p:cNvGrpSpPr/>
          <p:nvPr/>
        </p:nvGrpSpPr>
        <p:grpSpPr>
          <a:xfrm>
            <a:off x="0" y="1087120"/>
            <a:ext cx="1884045" cy="443865"/>
            <a:chOff x="0" y="0"/>
            <a:chExt cx="3385877" cy="578062"/>
          </a:xfrm>
        </p:grpSpPr>
        <p:sp>
          <p:nvSpPr>
            <p:cNvPr id="8202" name="直角三角形 7"/>
            <p:cNvSpPr/>
            <p:nvPr/>
          </p:nvSpPr>
          <p:spPr>
            <a:xfrm rot="-10800000" flipH="1">
              <a:off x="2809877" y="2062"/>
              <a:ext cx="576000" cy="576000"/>
            </a:xfrm>
            <a:prstGeom prst="rtTriangle">
              <a:avLst/>
            </a:prstGeom>
            <a:solidFill>
              <a:srgbClr val="D09E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203" name="矩形 9"/>
            <p:cNvSpPr/>
            <p:nvPr/>
          </p:nvSpPr>
          <p:spPr>
            <a:xfrm flipH="1">
              <a:off x="0" y="0"/>
              <a:ext cx="2809876" cy="57600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sp>
        <p:nvSpPr>
          <p:cNvPr id="8204" name="矩形 10"/>
          <p:cNvSpPr/>
          <p:nvPr/>
        </p:nvSpPr>
        <p:spPr>
          <a:xfrm>
            <a:off x="1028700" y="607060"/>
            <a:ext cx="7600950" cy="707886"/>
          </a:xfrm>
          <a:prstGeom prst="rect">
            <a:avLst/>
          </a:prstGeom>
          <a:noFill/>
          <a:ln w="9525">
            <a:noFill/>
          </a:ln>
        </p:spPr>
        <p:txBody>
          <a:bodyPr wrap="square" anchor="t" anchorCtr="0">
            <a:spAutoFit/>
          </a:bodyPr>
          <a:lstStyle/>
          <a:p>
            <a:pPr algn="ctr"/>
            <a:r>
              <a:rPr lang="en-US" sz="4000" dirty="0"/>
              <a:t>PHP vs JavaScript</a:t>
            </a:r>
            <a:endParaRPr lang="en-GB" altLang="zh-CN" sz="4000" b="1" dirty="0">
              <a:gradFill>
                <a:gsLst>
                  <a:gs pos="0">
                    <a:srgbClr val="012D86"/>
                  </a:gs>
                  <a:gs pos="100000">
                    <a:srgbClr val="0E2557"/>
                  </a:gs>
                </a:gsLst>
                <a:lin scaled="0"/>
              </a:gradFill>
              <a:latin typeface="Microsoft YaHei" panose="020B0503020204020204" pitchFamily="34" charset="-122"/>
              <a:ea typeface="Microsoft YaHei" panose="020B0503020204020204" pitchFamily="34" charset="-122"/>
            </a:endParaRPr>
          </a:p>
        </p:txBody>
      </p:sp>
      <p:graphicFrame>
        <p:nvGraphicFramePr>
          <p:cNvPr id="4" name="Table 3">
            <a:extLst>
              <a:ext uri="{FF2B5EF4-FFF2-40B4-BE49-F238E27FC236}">
                <a16:creationId xmlns:a16="http://schemas.microsoft.com/office/drawing/2014/main" id="{A7A5F3FB-F1DD-B3A9-4DBF-F521DD719283}"/>
              </a:ext>
            </a:extLst>
          </p:cNvPr>
          <p:cNvGraphicFramePr>
            <a:graphicFrameLocks noGrp="1"/>
          </p:cNvGraphicFramePr>
          <p:nvPr>
            <p:extLst>
              <p:ext uri="{D42A27DB-BD31-4B8C-83A1-F6EECF244321}">
                <p14:modId xmlns:p14="http://schemas.microsoft.com/office/powerpoint/2010/main" val="1084383450"/>
              </p:ext>
            </p:extLst>
          </p:nvPr>
        </p:nvGraphicFramePr>
        <p:xfrm>
          <a:off x="1485900" y="1463040"/>
          <a:ext cx="6637020" cy="3299460"/>
        </p:xfrm>
        <a:graphic>
          <a:graphicData uri="http://schemas.openxmlformats.org/drawingml/2006/table">
            <a:tbl>
              <a:tblPr/>
              <a:tblGrid>
                <a:gridCol w="3318510">
                  <a:extLst>
                    <a:ext uri="{9D8B030D-6E8A-4147-A177-3AD203B41FA5}">
                      <a16:colId xmlns:a16="http://schemas.microsoft.com/office/drawing/2014/main" val="2756497128"/>
                    </a:ext>
                  </a:extLst>
                </a:gridCol>
                <a:gridCol w="3318510">
                  <a:extLst>
                    <a:ext uri="{9D8B030D-6E8A-4147-A177-3AD203B41FA5}">
                      <a16:colId xmlns:a16="http://schemas.microsoft.com/office/drawing/2014/main" val="646699036"/>
                    </a:ext>
                  </a:extLst>
                </a:gridCol>
              </a:tblGrid>
              <a:tr h="824865">
                <a:tc>
                  <a:txBody>
                    <a:bodyPr/>
                    <a:lstStyle/>
                    <a:p>
                      <a:pPr>
                        <a:buNone/>
                      </a:pPr>
                      <a:r>
                        <a:rPr lang="en-US"/>
                        <a:t>PHP</a:t>
                      </a:r>
                    </a:p>
                  </a:txBody>
                  <a:tcPr anchor="ctr">
                    <a:lnL>
                      <a:noFill/>
                    </a:lnL>
                    <a:lnR>
                      <a:noFill/>
                    </a:lnR>
                    <a:lnT>
                      <a:noFill/>
                    </a:lnT>
                    <a:lnB>
                      <a:noFill/>
                    </a:lnB>
                    <a:noFill/>
                  </a:tcPr>
                </a:tc>
                <a:tc>
                  <a:txBody>
                    <a:bodyPr/>
                    <a:lstStyle/>
                    <a:p>
                      <a:pPr>
                        <a:buNone/>
                      </a:pPr>
                      <a:r>
                        <a:rPr lang="en-US"/>
                        <a:t>JavaScript</a:t>
                      </a:r>
                    </a:p>
                  </a:txBody>
                  <a:tcPr anchor="ctr">
                    <a:lnL>
                      <a:noFill/>
                    </a:lnL>
                    <a:lnR>
                      <a:noFill/>
                    </a:lnR>
                    <a:lnT>
                      <a:noFill/>
                    </a:lnT>
                    <a:lnB>
                      <a:noFill/>
                    </a:lnB>
                    <a:noFill/>
                  </a:tcPr>
                </a:tc>
                <a:extLst>
                  <a:ext uri="{0D108BD9-81ED-4DB2-BD59-A6C34878D82A}">
                    <a16:rowId xmlns:a16="http://schemas.microsoft.com/office/drawing/2014/main" val="1671886923"/>
                  </a:ext>
                </a:extLst>
              </a:tr>
              <a:tr h="824865">
                <a:tc>
                  <a:txBody>
                    <a:bodyPr/>
                    <a:lstStyle/>
                    <a:p>
                      <a:pPr>
                        <a:buNone/>
                      </a:pPr>
                      <a:r>
                        <a:rPr lang="en-US"/>
                        <a:t>Server-side language</a:t>
                      </a:r>
                    </a:p>
                  </a:txBody>
                  <a:tcPr anchor="ctr">
                    <a:lnL>
                      <a:noFill/>
                    </a:lnL>
                    <a:lnR>
                      <a:noFill/>
                    </a:lnR>
                    <a:lnT>
                      <a:noFill/>
                    </a:lnT>
                    <a:lnB>
                      <a:noFill/>
                    </a:lnB>
                    <a:noFill/>
                  </a:tcPr>
                </a:tc>
                <a:tc>
                  <a:txBody>
                    <a:bodyPr/>
                    <a:lstStyle/>
                    <a:p>
                      <a:pPr>
                        <a:buNone/>
                      </a:pPr>
                      <a:r>
                        <a:rPr lang="en-US"/>
                        <a:t>Client-side language</a:t>
                      </a:r>
                    </a:p>
                  </a:txBody>
                  <a:tcPr anchor="ctr">
                    <a:lnL>
                      <a:noFill/>
                    </a:lnL>
                    <a:lnR>
                      <a:noFill/>
                    </a:lnR>
                    <a:lnT>
                      <a:noFill/>
                    </a:lnT>
                    <a:lnB>
                      <a:noFill/>
                    </a:lnB>
                    <a:noFill/>
                  </a:tcPr>
                </a:tc>
                <a:extLst>
                  <a:ext uri="{0D108BD9-81ED-4DB2-BD59-A6C34878D82A}">
                    <a16:rowId xmlns:a16="http://schemas.microsoft.com/office/drawing/2014/main" val="4145529767"/>
                  </a:ext>
                </a:extLst>
              </a:tr>
              <a:tr h="824865">
                <a:tc>
                  <a:txBody>
                    <a:bodyPr/>
                    <a:lstStyle/>
                    <a:p>
                      <a:pPr>
                        <a:buNone/>
                      </a:pPr>
                      <a:r>
                        <a:rPr lang="en-US"/>
                        <a:t>Runs on the web server</a:t>
                      </a:r>
                    </a:p>
                  </a:txBody>
                  <a:tcPr anchor="ctr">
                    <a:lnL>
                      <a:noFill/>
                    </a:lnL>
                    <a:lnR>
                      <a:noFill/>
                    </a:lnR>
                    <a:lnT>
                      <a:noFill/>
                    </a:lnT>
                    <a:lnB>
                      <a:noFill/>
                    </a:lnB>
                    <a:noFill/>
                  </a:tcPr>
                </a:tc>
                <a:tc>
                  <a:txBody>
                    <a:bodyPr/>
                    <a:lstStyle/>
                    <a:p>
                      <a:pPr>
                        <a:buNone/>
                      </a:pPr>
                      <a:r>
                        <a:rPr lang="en-US"/>
                        <a:t>Runs in the browser</a:t>
                      </a:r>
                    </a:p>
                  </a:txBody>
                  <a:tcPr anchor="ctr">
                    <a:lnL>
                      <a:noFill/>
                    </a:lnL>
                    <a:lnR>
                      <a:noFill/>
                    </a:lnR>
                    <a:lnT>
                      <a:noFill/>
                    </a:lnT>
                    <a:lnB>
                      <a:noFill/>
                    </a:lnB>
                    <a:noFill/>
                  </a:tcPr>
                </a:tc>
                <a:extLst>
                  <a:ext uri="{0D108BD9-81ED-4DB2-BD59-A6C34878D82A}">
                    <a16:rowId xmlns:a16="http://schemas.microsoft.com/office/drawing/2014/main" val="938998584"/>
                  </a:ext>
                </a:extLst>
              </a:tr>
              <a:tr h="824865">
                <a:tc>
                  <a:txBody>
                    <a:bodyPr/>
                    <a:lstStyle/>
                    <a:p>
                      <a:pPr>
                        <a:buNone/>
                      </a:pPr>
                      <a:r>
                        <a:rPr lang="en-US"/>
                        <a:t>Used for backend development</a:t>
                      </a:r>
                    </a:p>
                  </a:txBody>
                  <a:tcPr anchor="ctr">
                    <a:lnL>
                      <a:noFill/>
                    </a:lnL>
                    <a:lnR>
                      <a:noFill/>
                    </a:lnR>
                    <a:lnT>
                      <a:noFill/>
                    </a:lnT>
                    <a:lnB>
                      <a:noFill/>
                    </a:lnB>
                    <a:noFill/>
                  </a:tcPr>
                </a:tc>
                <a:tc>
                  <a:txBody>
                    <a:bodyPr/>
                    <a:lstStyle/>
                    <a:p>
                      <a:pPr>
                        <a:buNone/>
                      </a:pPr>
                      <a:r>
                        <a:rPr lang="en-US" dirty="0"/>
                        <a:t>Used for frontend development</a:t>
                      </a:r>
                    </a:p>
                  </a:txBody>
                  <a:tcPr anchor="ctr">
                    <a:lnL>
                      <a:noFill/>
                    </a:lnL>
                    <a:lnR>
                      <a:noFill/>
                    </a:lnR>
                    <a:lnT>
                      <a:noFill/>
                    </a:lnT>
                    <a:lnB>
                      <a:noFill/>
                    </a:lnB>
                    <a:noFill/>
                  </a:tcPr>
                </a:tc>
                <a:extLst>
                  <a:ext uri="{0D108BD9-81ED-4DB2-BD59-A6C34878D82A}">
                    <a16:rowId xmlns:a16="http://schemas.microsoft.com/office/drawing/2014/main" val="3076861895"/>
                  </a:ext>
                </a:extLst>
              </a:tr>
            </a:tbl>
          </a:graphicData>
        </a:graphic>
      </p:graphicFrame>
    </p:spTree>
  </p:cSld>
  <p:clrMapOvr>
    <a:masterClrMapping/>
  </p:clrMapOvr>
  <p:transition spd="slow">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矩形 8"/>
          <p:cNvSpPr/>
          <p:nvPr/>
        </p:nvSpPr>
        <p:spPr>
          <a:xfrm flipH="1">
            <a:off x="1393190" y="0"/>
            <a:ext cx="490855" cy="108712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195" name="矩形 3"/>
          <p:cNvSpPr/>
          <p:nvPr/>
        </p:nvSpPr>
        <p:spPr>
          <a:xfrm>
            <a:off x="587375" y="1529715"/>
            <a:ext cx="805815" cy="3592830"/>
          </a:xfrm>
          <a:prstGeom prst="rect">
            <a:avLst/>
          </a:prstGeom>
          <a:solidFill>
            <a:srgbClr val="203864"/>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nvGrpSpPr>
          <p:cNvPr id="8201" name="Group 10"/>
          <p:cNvGrpSpPr/>
          <p:nvPr/>
        </p:nvGrpSpPr>
        <p:grpSpPr>
          <a:xfrm>
            <a:off x="0" y="1087120"/>
            <a:ext cx="1884045" cy="443865"/>
            <a:chOff x="0" y="0"/>
            <a:chExt cx="3385877" cy="578062"/>
          </a:xfrm>
        </p:grpSpPr>
        <p:sp>
          <p:nvSpPr>
            <p:cNvPr id="8202" name="直角三角形 7"/>
            <p:cNvSpPr/>
            <p:nvPr/>
          </p:nvSpPr>
          <p:spPr>
            <a:xfrm rot="-10800000" flipH="1">
              <a:off x="2809877" y="2062"/>
              <a:ext cx="576000" cy="576000"/>
            </a:xfrm>
            <a:prstGeom prst="rtTriangle">
              <a:avLst/>
            </a:prstGeom>
            <a:solidFill>
              <a:srgbClr val="D09E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203" name="矩形 9"/>
            <p:cNvSpPr/>
            <p:nvPr/>
          </p:nvSpPr>
          <p:spPr>
            <a:xfrm flipH="1">
              <a:off x="0" y="0"/>
              <a:ext cx="2809876" cy="57600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sp>
        <p:nvSpPr>
          <p:cNvPr id="8204" name="矩形 10"/>
          <p:cNvSpPr/>
          <p:nvPr/>
        </p:nvSpPr>
        <p:spPr>
          <a:xfrm>
            <a:off x="1813560" y="650240"/>
            <a:ext cx="5417819" cy="707886"/>
          </a:xfrm>
          <a:prstGeom prst="rect">
            <a:avLst/>
          </a:prstGeom>
          <a:noFill/>
          <a:ln w="9525">
            <a:noFill/>
          </a:ln>
        </p:spPr>
        <p:txBody>
          <a:bodyPr wrap="square" anchor="t" anchorCtr="0">
            <a:spAutoFit/>
          </a:bodyPr>
          <a:lstStyle/>
          <a:p>
            <a:r>
              <a:rPr lang="en-US" sz="4000" b="1" dirty="0"/>
              <a:t>Advantages of PHP</a:t>
            </a:r>
          </a:p>
        </p:txBody>
      </p:sp>
      <p:sp>
        <p:nvSpPr>
          <p:cNvPr id="2" name="Text Box 1"/>
          <p:cNvSpPr txBox="1"/>
          <p:nvPr/>
        </p:nvSpPr>
        <p:spPr>
          <a:xfrm>
            <a:off x="1733550" y="1955800"/>
            <a:ext cx="7096760" cy="2246769"/>
          </a:xfrm>
          <a:prstGeom prst="rect">
            <a:avLst/>
          </a:prstGeom>
          <a:noFill/>
        </p:spPr>
        <p:txBody>
          <a:bodyPr wrap="square" rtlCol="0">
            <a:spAutoFit/>
          </a:bodyPr>
          <a:lstStyle/>
          <a:p>
            <a:pPr marL="457200" indent="-457200">
              <a:buFont typeface="Arial" panose="020B0604020202020204" pitchFamily="34" charset="0"/>
              <a:buChar char="•"/>
            </a:pPr>
            <a:r>
              <a:rPr lang="en-US" sz="2800" dirty="0"/>
              <a:t>Simple and easy to learn</a:t>
            </a:r>
          </a:p>
          <a:p>
            <a:pPr marL="457200" indent="-457200">
              <a:buFont typeface="Arial" panose="020B0604020202020204" pitchFamily="34" charset="0"/>
              <a:buChar char="•"/>
            </a:pPr>
            <a:r>
              <a:rPr lang="en-US" sz="2800" dirty="0"/>
              <a:t>Large community support</a:t>
            </a:r>
          </a:p>
          <a:p>
            <a:pPr marL="457200" indent="-457200">
              <a:buFont typeface="Arial" panose="020B0604020202020204" pitchFamily="34" charset="0"/>
              <a:buChar char="•"/>
            </a:pPr>
            <a:r>
              <a:rPr lang="en-US" sz="2800" dirty="0"/>
              <a:t>Compatible with many databases</a:t>
            </a:r>
          </a:p>
          <a:p>
            <a:pPr marL="457200" indent="-457200">
              <a:buFont typeface="Arial" panose="020B0604020202020204" pitchFamily="34" charset="0"/>
              <a:buChar char="•"/>
            </a:pPr>
            <a:r>
              <a:rPr lang="en-US" sz="2800" dirty="0"/>
              <a:t>Works on different operating systems</a:t>
            </a:r>
          </a:p>
          <a:p>
            <a:pPr marL="457200" indent="-457200">
              <a:buFont typeface="Arial" panose="020B0604020202020204" pitchFamily="34" charset="0"/>
              <a:buChar char="•"/>
            </a:pPr>
            <a:r>
              <a:rPr lang="en-US" sz="2800" dirty="0"/>
              <a:t>Widely used in web development</a:t>
            </a:r>
          </a:p>
        </p:txBody>
      </p:sp>
    </p:spTree>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矩形 8"/>
          <p:cNvSpPr/>
          <p:nvPr/>
        </p:nvSpPr>
        <p:spPr>
          <a:xfrm flipH="1">
            <a:off x="1393190" y="0"/>
            <a:ext cx="490855" cy="108712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195" name="矩形 3"/>
          <p:cNvSpPr/>
          <p:nvPr/>
        </p:nvSpPr>
        <p:spPr>
          <a:xfrm>
            <a:off x="587375" y="1529715"/>
            <a:ext cx="805815" cy="3592830"/>
          </a:xfrm>
          <a:prstGeom prst="rect">
            <a:avLst/>
          </a:prstGeom>
          <a:solidFill>
            <a:srgbClr val="203864"/>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nvGrpSpPr>
          <p:cNvPr id="8201" name="Group 10"/>
          <p:cNvGrpSpPr/>
          <p:nvPr/>
        </p:nvGrpSpPr>
        <p:grpSpPr>
          <a:xfrm>
            <a:off x="0" y="1087120"/>
            <a:ext cx="1884045" cy="443865"/>
            <a:chOff x="0" y="0"/>
            <a:chExt cx="3385877" cy="578062"/>
          </a:xfrm>
        </p:grpSpPr>
        <p:sp>
          <p:nvSpPr>
            <p:cNvPr id="8202" name="直角三角形 7"/>
            <p:cNvSpPr/>
            <p:nvPr/>
          </p:nvSpPr>
          <p:spPr>
            <a:xfrm rot="-10800000" flipH="1">
              <a:off x="2809877" y="2062"/>
              <a:ext cx="576000" cy="576000"/>
            </a:xfrm>
            <a:prstGeom prst="rtTriangle">
              <a:avLst/>
            </a:prstGeom>
            <a:solidFill>
              <a:srgbClr val="D09E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203" name="矩形 9"/>
            <p:cNvSpPr/>
            <p:nvPr/>
          </p:nvSpPr>
          <p:spPr>
            <a:xfrm flipH="1">
              <a:off x="0" y="0"/>
              <a:ext cx="2809876" cy="57600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sp>
        <p:nvSpPr>
          <p:cNvPr id="6" name="Title 5"/>
          <p:cNvSpPr>
            <a:spLocks noGrp="1"/>
          </p:cNvSpPr>
          <p:nvPr>
            <p:ph type="title"/>
          </p:nvPr>
        </p:nvSpPr>
        <p:spPr>
          <a:xfrm>
            <a:off x="457200" y="19101"/>
            <a:ext cx="8229600" cy="857250"/>
          </a:xfrm>
        </p:spPr>
        <p:txBody>
          <a:bodyPr/>
          <a:lstStyle/>
          <a:p>
            <a:r>
              <a:rPr lang="en-US" dirty="0"/>
              <a:t>Programing language</a:t>
            </a:r>
          </a:p>
        </p:txBody>
      </p:sp>
      <p:sp>
        <p:nvSpPr>
          <p:cNvPr id="7" name="Content Placeholder 6"/>
          <p:cNvSpPr>
            <a:spLocks noGrp="1"/>
          </p:cNvSpPr>
          <p:nvPr>
            <p:ph sz="half" idx="1"/>
          </p:nvPr>
        </p:nvSpPr>
        <p:spPr>
          <a:xfrm>
            <a:off x="1393190" y="885901"/>
            <a:ext cx="4038600" cy="3698773"/>
          </a:xfrm>
        </p:spPr>
        <p:txBody>
          <a:bodyPr/>
          <a:lstStyle/>
          <a:p>
            <a:r>
              <a:rPr lang="en-US" dirty="0"/>
              <a:t>        What is program</a:t>
            </a:r>
          </a:p>
          <a:p>
            <a:r>
              <a:rPr lang="en-US" dirty="0"/>
              <a:t>         Main Parts of           programing language</a:t>
            </a:r>
          </a:p>
          <a:p>
            <a:r>
              <a:rPr lang="en-US" dirty="0"/>
              <a:t>         Variables</a:t>
            </a:r>
          </a:p>
          <a:p>
            <a:r>
              <a:rPr lang="en-US" dirty="0"/>
              <a:t>         Operators</a:t>
            </a:r>
          </a:p>
          <a:p>
            <a:pPr marL="685800" lvl="2" indent="0">
              <a:buNone/>
            </a:pPr>
            <a:r>
              <a:rPr lang="en-US" dirty="0"/>
              <a:t>    </a:t>
            </a:r>
            <a:r>
              <a:rPr lang="en-US" sz="2800" b="1" dirty="0"/>
              <a:t>I</a:t>
            </a:r>
            <a:r>
              <a:rPr lang="en-US" sz="2800" dirty="0"/>
              <a:t>nputs</a:t>
            </a:r>
          </a:p>
          <a:p>
            <a:pPr marL="685800" lvl="2" indent="0">
              <a:buNone/>
            </a:pPr>
            <a:r>
              <a:rPr lang="en-US" sz="2800" dirty="0"/>
              <a:t>   Output Statement</a:t>
            </a:r>
          </a:p>
          <a:p>
            <a:pPr marL="685800" lvl="2" indent="0">
              <a:buNone/>
            </a:pPr>
            <a:endParaRPr lang="en-US" dirty="0"/>
          </a:p>
        </p:txBody>
      </p:sp>
      <p:sp>
        <p:nvSpPr>
          <p:cNvPr id="8" name="Content Placeholder 7"/>
          <p:cNvSpPr>
            <a:spLocks noGrp="1"/>
          </p:cNvSpPr>
          <p:nvPr>
            <p:ph sz="half" idx="2"/>
          </p:nvPr>
        </p:nvSpPr>
        <p:spPr>
          <a:xfrm>
            <a:off x="4994035" y="863257"/>
            <a:ext cx="4280140" cy="3717874"/>
          </a:xfrm>
        </p:spPr>
        <p:txBody>
          <a:bodyPr/>
          <a:lstStyle/>
          <a:p>
            <a:pPr marL="0" indent="0">
              <a:buNone/>
            </a:pPr>
            <a:r>
              <a:rPr lang="en-US" dirty="0"/>
              <a:t> Control structure</a:t>
            </a:r>
          </a:p>
          <a:p>
            <a:r>
              <a:rPr lang="en-US" dirty="0"/>
              <a:t>    </a:t>
            </a:r>
            <a:r>
              <a:rPr lang="en-US" b="1" dirty="0"/>
              <a:t>Sequential</a:t>
            </a:r>
          </a:p>
          <a:p>
            <a:r>
              <a:rPr lang="en-US" b="1" dirty="0"/>
              <a:t>     Selection(conditionals)</a:t>
            </a:r>
          </a:p>
          <a:p>
            <a:r>
              <a:rPr lang="en-US" b="1" dirty="0"/>
              <a:t>     Iteration (Loops)</a:t>
            </a:r>
          </a:p>
          <a:p>
            <a:r>
              <a:rPr lang="en-US" b="1" dirty="0"/>
              <a:t>     Function</a:t>
            </a:r>
          </a:p>
          <a:p>
            <a:r>
              <a:rPr lang="en-US" b="1" dirty="0"/>
              <a:t>     Arrays</a:t>
            </a:r>
          </a:p>
          <a:p>
            <a:pPr marL="0" indent="0">
              <a:buNone/>
            </a:pPr>
            <a:endParaRPr lang="en-US" b="1" dirty="0"/>
          </a:p>
          <a:p>
            <a:pPr marL="0" indent="0">
              <a:buNone/>
            </a:pPr>
            <a:endParaRPr lang="en-US" b="1" dirty="0"/>
          </a:p>
          <a:p>
            <a:pPr marL="0" indent="0">
              <a:buNone/>
            </a:pPr>
            <a:endParaRPr lang="en-US" dirty="0"/>
          </a:p>
          <a:p>
            <a:pPr marL="0" indent="0">
              <a:buNone/>
            </a:pPr>
            <a:r>
              <a:rPr lang="en-US" dirty="0"/>
              <a:t>    </a:t>
            </a:r>
          </a:p>
        </p:txBody>
      </p:sp>
    </p:spTree>
  </p:cSld>
  <p:clrMapOvr>
    <a:masterClrMapping/>
  </p:clrMapOvr>
  <p:transition spd="slow">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矩形 8"/>
          <p:cNvSpPr/>
          <p:nvPr/>
        </p:nvSpPr>
        <p:spPr>
          <a:xfrm flipH="1">
            <a:off x="1393190" y="0"/>
            <a:ext cx="490855" cy="108712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195" name="矩形 3"/>
          <p:cNvSpPr/>
          <p:nvPr/>
        </p:nvSpPr>
        <p:spPr>
          <a:xfrm>
            <a:off x="587375" y="1529715"/>
            <a:ext cx="805815" cy="3592830"/>
          </a:xfrm>
          <a:prstGeom prst="rect">
            <a:avLst/>
          </a:prstGeom>
          <a:solidFill>
            <a:srgbClr val="203864"/>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nvGrpSpPr>
          <p:cNvPr id="8201" name="Group 10"/>
          <p:cNvGrpSpPr/>
          <p:nvPr/>
        </p:nvGrpSpPr>
        <p:grpSpPr>
          <a:xfrm>
            <a:off x="0" y="1087120"/>
            <a:ext cx="1884045" cy="443865"/>
            <a:chOff x="0" y="0"/>
            <a:chExt cx="3385877" cy="578062"/>
          </a:xfrm>
        </p:grpSpPr>
        <p:sp>
          <p:nvSpPr>
            <p:cNvPr id="8202" name="直角三角形 7"/>
            <p:cNvSpPr/>
            <p:nvPr/>
          </p:nvSpPr>
          <p:spPr>
            <a:xfrm rot="-10800000" flipH="1">
              <a:off x="2809877" y="2062"/>
              <a:ext cx="576000" cy="576000"/>
            </a:xfrm>
            <a:prstGeom prst="rtTriangle">
              <a:avLst/>
            </a:prstGeom>
            <a:solidFill>
              <a:srgbClr val="D09E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203" name="矩形 9"/>
            <p:cNvSpPr/>
            <p:nvPr/>
          </p:nvSpPr>
          <p:spPr>
            <a:xfrm flipH="1">
              <a:off x="0" y="0"/>
              <a:ext cx="2809876" cy="57600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sp>
        <p:nvSpPr>
          <p:cNvPr id="8204" name="矩形 10"/>
          <p:cNvSpPr/>
          <p:nvPr/>
        </p:nvSpPr>
        <p:spPr>
          <a:xfrm>
            <a:off x="2053590" y="0"/>
            <a:ext cx="6576060" cy="1323439"/>
          </a:xfrm>
          <a:prstGeom prst="rect">
            <a:avLst/>
          </a:prstGeom>
          <a:noFill/>
          <a:ln w="9525">
            <a:noFill/>
          </a:ln>
        </p:spPr>
        <p:txBody>
          <a:bodyPr wrap="square" anchor="t" anchorCtr="0">
            <a:spAutoFit/>
          </a:bodyPr>
          <a:lstStyle/>
          <a:p>
            <a:r>
              <a:rPr lang="en-US" sz="4000" b="1" dirty="0"/>
              <a:t>Sequential</a:t>
            </a:r>
          </a:p>
          <a:p>
            <a:endParaRPr lang="en-GB" altLang="zh-CN" sz="4000" b="1" dirty="0">
              <a:gradFill>
                <a:gsLst>
                  <a:gs pos="0">
                    <a:srgbClr val="012D86"/>
                  </a:gs>
                  <a:gs pos="100000">
                    <a:srgbClr val="0E2557"/>
                  </a:gs>
                </a:gsLst>
                <a:lin scaled="0"/>
              </a:gradFill>
              <a:latin typeface="Microsoft YaHei" panose="020B0503020204020204" pitchFamily="34" charset="-122"/>
              <a:ea typeface="Microsoft YaHei" panose="020B0503020204020204" pitchFamily="34" charset="-122"/>
            </a:endParaRPr>
          </a:p>
        </p:txBody>
      </p:sp>
      <p:sp>
        <p:nvSpPr>
          <p:cNvPr id="2" name="Text Box 1"/>
          <p:cNvSpPr txBox="1"/>
          <p:nvPr/>
        </p:nvSpPr>
        <p:spPr>
          <a:xfrm>
            <a:off x="1742716" y="653491"/>
            <a:ext cx="7096760" cy="1631216"/>
          </a:xfrm>
          <a:prstGeom prst="rect">
            <a:avLst/>
          </a:prstGeom>
          <a:noFill/>
        </p:spPr>
        <p:txBody>
          <a:bodyPr wrap="square" rtlCol="0">
            <a:spAutoFit/>
          </a:bodyPr>
          <a:lstStyle/>
          <a:p>
            <a:pPr marL="342900" indent="-342900">
              <a:buFont typeface="Arial" panose="020B0604020202020204" pitchFamily="34" charset="0"/>
              <a:buChar char="•"/>
            </a:pPr>
            <a:r>
              <a:rPr lang="en-US" sz="2000" dirty="0"/>
              <a:t>The most basic control flow is </a:t>
            </a:r>
            <a:r>
              <a:rPr lang="en-US" sz="2000" b="1" dirty="0"/>
              <a:t>sequential control flow</a:t>
            </a:r>
            <a:r>
              <a:rPr lang="en-US" sz="2000" dirty="0"/>
              <a:t>. It involves the execution of code statements one after the other. A real-world example is following a cooking recipe.</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GB" altLang="en-US" sz="2000" dirty="0"/>
          </a:p>
        </p:txBody>
      </p:sp>
      <p:pic>
        <p:nvPicPr>
          <p:cNvPr id="3" name="Picture 2"/>
          <p:cNvPicPr>
            <a:picLocks noChangeAspect="1"/>
          </p:cNvPicPr>
          <p:nvPr/>
        </p:nvPicPr>
        <p:blipFill>
          <a:blip r:embed="rId2"/>
          <a:stretch>
            <a:fillRect/>
          </a:stretch>
        </p:blipFill>
        <p:spPr>
          <a:xfrm>
            <a:off x="6725481" y="1741018"/>
            <a:ext cx="2293177" cy="3471281"/>
          </a:xfrm>
          <a:prstGeom prst="rect">
            <a:avLst/>
          </a:prstGeom>
        </p:spPr>
      </p:pic>
    </p:spTree>
    <p:extLst>
      <p:ext uri="{BB962C8B-B14F-4D97-AF65-F5344CB8AC3E}">
        <p14:creationId xmlns:p14="http://schemas.microsoft.com/office/powerpoint/2010/main" val="3547541974"/>
      </p:ext>
    </p:extLst>
  </p:cSld>
  <p:clrMapOvr>
    <a:masterClrMapping/>
  </p:clrMapOvr>
  <p:transition spd="slow">
    <p:push/>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矩形 8"/>
          <p:cNvSpPr/>
          <p:nvPr/>
        </p:nvSpPr>
        <p:spPr>
          <a:xfrm flipH="1">
            <a:off x="1393190" y="0"/>
            <a:ext cx="490855" cy="108712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195" name="矩形 3"/>
          <p:cNvSpPr/>
          <p:nvPr/>
        </p:nvSpPr>
        <p:spPr>
          <a:xfrm>
            <a:off x="587375" y="1529715"/>
            <a:ext cx="805815" cy="3592830"/>
          </a:xfrm>
          <a:prstGeom prst="rect">
            <a:avLst/>
          </a:prstGeom>
          <a:solidFill>
            <a:srgbClr val="203864"/>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nvGrpSpPr>
          <p:cNvPr id="8201" name="Group 10"/>
          <p:cNvGrpSpPr/>
          <p:nvPr/>
        </p:nvGrpSpPr>
        <p:grpSpPr>
          <a:xfrm>
            <a:off x="0" y="1087120"/>
            <a:ext cx="1884045" cy="443865"/>
            <a:chOff x="0" y="0"/>
            <a:chExt cx="3385877" cy="578062"/>
          </a:xfrm>
        </p:grpSpPr>
        <p:sp>
          <p:nvSpPr>
            <p:cNvPr id="8202" name="直角三角形 7"/>
            <p:cNvSpPr/>
            <p:nvPr/>
          </p:nvSpPr>
          <p:spPr>
            <a:xfrm rot="-10800000" flipH="1">
              <a:off x="2809877" y="2062"/>
              <a:ext cx="576000" cy="576000"/>
            </a:xfrm>
            <a:prstGeom prst="rtTriangle">
              <a:avLst/>
            </a:prstGeom>
            <a:solidFill>
              <a:srgbClr val="D09E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203" name="矩形 9"/>
            <p:cNvSpPr/>
            <p:nvPr/>
          </p:nvSpPr>
          <p:spPr>
            <a:xfrm flipH="1">
              <a:off x="0" y="0"/>
              <a:ext cx="2809876" cy="57600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sp>
        <p:nvSpPr>
          <p:cNvPr id="8204" name="矩形 10"/>
          <p:cNvSpPr/>
          <p:nvPr/>
        </p:nvSpPr>
        <p:spPr>
          <a:xfrm>
            <a:off x="2053590" y="0"/>
            <a:ext cx="6576060" cy="1323439"/>
          </a:xfrm>
          <a:prstGeom prst="rect">
            <a:avLst/>
          </a:prstGeom>
          <a:noFill/>
          <a:ln w="9525">
            <a:noFill/>
          </a:ln>
        </p:spPr>
        <p:txBody>
          <a:bodyPr wrap="square" anchor="t" anchorCtr="0">
            <a:spAutoFit/>
          </a:bodyPr>
          <a:lstStyle/>
          <a:p>
            <a:r>
              <a:rPr lang="en-US" sz="4000" b="1" dirty="0"/>
              <a:t>Selection (conditionals)</a:t>
            </a:r>
          </a:p>
          <a:p>
            <a:endParaRPr lang="en-GB" altLang="zh-CN" sz="4000" b="1" dirty="0">
              <a:gradFill>
                <a:gsLst>
                  <a:gs pos="0">
                    <a:srgbClr val="012D86"/>
                  </a:gs>
                  <a:gs pos="100000">
                    <a:srgbClr val="0E2557"/>
                  </a:gs>
                </a:gsLst>
                <a:lin scaled="0"/>
              </a:gradFill>
              <a:latin typeface="Microsoft YaHei" panose="020B0503020204020204" pitchFamily="34" charset="-122"/>
              <a:ea typeface="Microsoft YaHei" panose="020B0503020204020204" pitchFamily="34" charset="-122"/>
            </a:endParaRPr>
          </a:p>
        </p:txBody>
      </p:sp>
      <p:sp>
        <p:nvSpPr>
          <p:cNvPr id="2" name="Text Box 1"/>
          <p:cNvSpPr txBox="1"/>
          <p:nvPr/>
        </p:nvSpPr>
        <p:spPr>
          <a:xfrm>
            <a:off x="1742716" y="653491"/>
            <a:ext cx="7096760" cy="3170099"/>
          </a:xfrm>
          <a:prstGeom prst="rect">
            <a:avLst/>
          </a:prstGeom>
          <a:noFill/>
        </p:spPr>
        <p:txBody>
          <a:bodyPr wrap="square" rtlCol="0">
            <a:spAutoFit/>
          </a:bodyPr>
          <a:lstStyle/>
          <a:p>
            <a:pPr marL="342900" indent="-342900">
              <a:buFont typeface="Arial" panose="020B0604020202020204" pitchFamily="34" charset="0"/>
              <a:buChar char="•"/>
            </a:pPr>
            <a:r>
              <a:rPr lang="en-GB" altLang="en-US" sz="2000" dirty="0"/>
              <a:t>In the condition statement  Execute the statement or set of statement on the base of condition .If the condition is true control move the first side and execute the first statement otherwise it move second side and execute other side statements</a:t>
            </a:r>
          </a:p>
          <a:p>
            <a:r>
              <a:rPr lang="en-US" altLang="en-US" sz="2000" dirty="0"/>
              <a:t>     If</a:t>
            </a:r>
          </a:p>
          <a:p>
            <a:r>
              <a:rPr lang="en-US" altLang="en-US" sz="2000" dirty="0"/>
              <a:t>     </a:t>
            </a:r>
            <a:r>
              <a:rPr lang="en-US" altLang="en-US" sz="2000" dirty="0" err="1"/>
              <a:t>Ifelse</a:t>
            </a:r>
            <a:endParaRPr lang="en-US" altLang="en-US" sz="2000" dirty="0"/>
          </a:p>
          <a:p>
            <a:r>
              <a:rPr lang="en-US" altLang="en-US" sz="2000" dirty="0"/>
              <a:t>     Multiple </a:t>
            </a:r>
            <a:r>
              <a:rPr lang="en-US" altLang="en-US" sz="2000" dirty="0" err="1"/>
              <a:t>ifelse</a:t>
            </a:r>
            <a:endParaRPr lang="en-US" altLang="en-US" sz="2000" dirty="0"/>
          </a:p>
          <a:p>
            <a:r>
              <a:rPr lang="en-US" altLang="en-US" sz="2000" dirty="0"/>
              <a:t>     Nested </a:t>
            </a:r>
            <a:r>
              <a:rPr lang="en-US" altLang="en-US" sz="2000" dirty="0" err="1"/>
              <a:t>ifelse</a:t>
            </a:r>
            <a:endParaRPr lang="en-US" altLang="en-US" sz="2000" dirty="0"/>
          </a:p>
          <a:p>
            <a:r>
              <a:rPr lang="en-US" altLang="en-US" sz="2000" dirty="0"/>
              <a:t>     Switch</a:t>
            </a:r>
            <a:endParaRPr lang="en-GB" altLang="en-US" sz="2000" dirty="0"/>
          </a:p>
        </p:txBody>
      </p:sp>
      <p:pic>
        <p:nvPicPr>
          <p:cNvPr id="3" name="Picture 2"/>
          <p:cNvPicPr>
            <a:picLocks noChangeAspect="1"/>
          </p:cNvPicPr>
          <p:nvPr/>
        </p:nvPicPr>
        <p:blipFill>
          <a:blip r:embed="rId2"/>
          <a:stretch>
            <a:fillRect/>
          </a:stretch>
        </p:blipFill>
        <p:spPr>
          <a:xfrm>
            <a:off x="6725481" y="2238451"/>
            <a:ext cx="2293177" cy="2973848"/>
          </a:xfrm>
          <a:prstGeom prst="rect">
            <a:avLst/>
          </a:prstGeom>
        </p:spPr>
      </p:pic>
      <p:pic>
        <p:nvPicPr>
          <p:cNvPr id="4" name="Picture 3"/>
          <p:cNvPicPr>
            <a:picLocks noChangeAspect="1"/>
          </p:cNvPicPr>
          <p:nvPr/>
        </p:nvPicPr>
        <p:blipFill>
          <a:blip r:embed="rId3"/>
          <a:stretch>
            <a:fillRect/>
          </a:stretch>
        </p:blipFill>
        <p:spPr>
          <a:xfrm>
            <a:off x="6013094" y="2238451"/>
            <a:ext cx="3130906" cy="2973848"/>
          </a:xfrm>
          <a:prstGeom prst="rect">
            <a:avLst/>
          </a:prstGeom>
        </p:spPr>
      </p:pic>
    </p:spTree>
    <p:extLst>
      <p:ext uri="{BB962C8B-B14F-4D97-AF65-F5344CB8AC3E}">
        <p14:creationId xmlns:p14="http://schemas.microsoft.com/office/powerpoint/2010/main" val="3482424625"/>
      </p:ext>
    </p:extLst>
  </p:cSld>
  <p:clrMapOvr>
    <a:masterClrMapping/>
  </p:clrMapOvr>
  <p:transition spd="slow">
    <p:push/>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矩形 8"/>
          <p:cNvSpPr/>
          <p:nvPr/>
        </p:nvSpPr>
        <p:spPr>
          <a:xfrm flipH="1">
            <a:off x="1393190" y="0"/>
            <a:ext cx="490855" cy="108712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195" name="矩形 3"/>
          <p:cNvSpPr/>
          <p:nvPr/>
        </p:nvSpPr>
        <p:spPr>
          <a:xfrm>
            <a:off x="587375" y="1529715"/>
            <a:ext cx="805815" cy="3592830"/>
          </a:xfrm>
          <a:prstGeom prst="rect">
            <a:avLst/>
          </a:prstGeom>
          <a:solidFill>
            <a:srgbClr val="203864"/>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nvGrpSpPr>
          <p:cNvPr id="8201" name="Group 10"/>
          <p:cNvGrpSpPr/>
          <p:nvPr/>
        </p:nvGrpSpPr>
        <p:grpSpPr>
          <a:xfrm>
            <a:off x="0" y="1087120"/>
            <a:ext cx="1884045" cy="443865"/>
            <a:chOff x="0" y="0"/>
            <a:chExt cx="3385877" cy="578062"/>
          </a:xfrm>
        </p:grpSpPr>
        <p:sp>
          <p:nvSpPr>
            <p:cNvPr id="8202" name="直角三角形 7"/>
            <p:cNvSpPr/>
            <p:nvPr/>
          </p:nvSpPr>
          <p:spPr>
            <a:xfrm rot="-10800000" flipH="1">
              <a:off x="2809877" y="2062"/>
              <a:ext cx="576000" cy="576000"/>
            </a:xfrm>
            <a:prstGeom prst="rtTriangle">
              <a:avLst/>
            </a:prstGeom>
            <a:solidFill>
              <a:srgbClr val="D09E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203" name="矩形 9"/>
            <p:cNvSpPr/>
            <p:nvPr/>
          </p:nvSpPr>
          <p:spPr>
            <a:xfrm flipH="1">
              <a:off x="0" y="0"/>
              <a:ext cx="2809876" cy="57600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sp>
        <p:nvSpPr>
          <p:cNvPr id="8204" name="矩形 10"/>
          <p:cNvSpPr/>
          <p:nvPr/>
        </p:nvSpPr>
        <p:spPr>
          <a:xfrm>
            <a:off x="2053590" y="0"/>
            <a:ext cx="6576060" cy="1938992"/>
          </a:xfrm>
          <a:prstGeom prst="rect">
            <a:avLst/>
          </a:prstGeom>
          <a:noFill/>
          <a:ln w="9525">
            <a:noFill/>
          </a:ln>
        </p:spPr>
        <p:txBody>
          <a:bodyPr wrap="square" anchor="t" anchorCtr="0">
            <a:spAutoFit/>
          </a:bodyPr>
          <a:lstStyle/>
          <a:p>
            <a:r>
              <a:rPr lang="en-US" sz="4000" b="1" dirty="0"/>
              <a:t>Iteration (Loops)</a:t>
            </a:r>
          </a:p>
          <a:p>
            <a:endParaRPr lang="en-US" sz="4000" b="1" dirty="0"/>
          </a:p>
          <a:p>
            <a:endParaRPr lang="en-GB" altLang="zh-CN" sz="4000" b="1" dirty="0">
              <a:gradFill>
                <a:gsLst>
                  <a:gs pos="0">
                    <a:srgbClr val="012D86"/>
                  </a:gs>
                  <a:gs pos="100000">
                    <a:srgbClr val="0E2557"/>
                  </a:gs>
                </a:gsLst>
                <a:lin scaled="0"/>
              </a:gradFill>
              <a:latin typeface="Microsoft YaHei" panose="020B0503020204020204" pitchFamily="34" charset="-122"/>
              <a:ea typeface="Microsoft YaHei" panose="020B0503020204020204" pitchFamily="34" charset="-122"/>
            </a:endParaRPr>
          </a:p>
        </p:txBody>
      </p:sp>
      <p:sp>
        <p:nvSpPr>
          <p:cNvPr id="2" name="Text Box 1"/>
          <p:cNvSpPr txBox="1"/>
          <p:nvPr/>
        </p:nvSpPr>
        <p:spPr>
          <a:xfrm>
            <a:off x="1742716" y="653491"/>
            <a:ext cx="7096760" cy="2554545"/>
          </a:xfrm>
          <a:prstGeom prst="rect">
            <a:avLst/>
          </a:prstGeom>
          <a:noFill/>
        </p:spPr>
        <p:txBody>
          <a:bodyPr wrap="square" rtlCol="0">
            <a:spAutoFit/>
          </a:bodyPr>
          <a:lstStyle/>
          <a:p>
            <a:pPr marL="342900" indent="-342900">
              <a:buFont typeface="Arial" panose="020B0604020202020204" pitchFamily="34" charset="0"/>
              <a:buChar char="•"/>
            </a:pPr>
            <a:r>
              <a:rPr lang="en-US" sz="2000" dirty="0"/>
              <a:t>A </a:t>
            </a:r>
            <a:r>
              <a:rPr lang="en-US" sz="2000" b="1" dirty="0"/>
              <a:t>loop</a:t>
            </a:r>
            <a:r>
              <a:rPr lang="en-US" sz="2000" dirty="0"/>
              <a:t> is a programming structure that allows a statement or block of code to be run repeatedly until a specified condition is remain true.</a:t>
            </a:r>
          </a:p>
          <a:p>
            <a:pPr marL="342900" indent="-342900">
              <a:buFont typeface="Arial" panose="020B0604020202020204" pitchFamily="34" charset="0"/>
              <a:buChar char="•"/>
            </a:pPr>
            <a:r>
              <a:rPr lang="en-US" sz="2000" dirty="0"/>
              <a:t>For loop</a:t>
            </a:r>
          </a:p>
          <a:p>
            <a:pPr marL="342900" indent="-342900">
              <a:buFont typeface="Arial" panose="020B0604020202020204" pitchFamily="34" charset="0"/>
              <a:buChar char="•"/>
            </a:pPr>
            <a:r>
              <a:rPr lang="en-US" sz="2000" dirty="0"/>
              <a:t>While loop</a:t>
            </a:r>
          </a:p>
          <a:p>
            <a:pPr marL="342900" indent="-342900">
              <a:buFont typeface="Arial" panose="020B0604020202020204" pitchFamily="34" charset="0"/>
              <a:buChar char="•"/>
            </a:pPr>
            <a:r>
              <a:rPr lang="en-US" sz="2000" dirty="0"/>
              <a:t>Do while loop</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GB" altLang="en-US" sz="2000" dirty="0"/>
          </a:p>
        </p:txBody>
      </p:sp>
      <p:pic>
        <p:nvPicPr>
          <p:cNvPr id="3" name="Picture 2"/>
          <p:cNvPicPr>
            <a:picLocks noChangeAspect="1"/>
          </p:cNvPicPr>
          <p:nvPr/>
        </p:nvPicPr>
        <p:blipFill>
          <a:blip r:embed="rId2"/>
          <a:stretch>
            <a:fillRect/>
          </a:stretch>
        </p:blipFill>
        <p:spPr>
          <a:xfrm>
            <a:off x="7566730" y="2592483"/>
            <a:ext cx="838436" cy="537886"/>
          </a:xfrm>
          <a:prstGeom prst="rect">
            <a:avLst/>
          </a:prstGeom>
        </p:spPr>
      </p:pic>
      <p:pic>
        <p:nvPicPr>
          <p:cNvPr id="4" name="Picture 3"/>
          <p:cNvPicPr>
            <a:picLocks noChangeAspect="1"/>
          </p:cNvPicPr>
          <p:nvPr/>
        </p:nvPicPr>
        <p:blipFill>
          <a:blip r:embed="rId3"/>
          <a:stretch>
            <a:fillRect/>
          </a:stretch>
        </p:blipFill>
        <p:spPr>
          <a:xfrm>
            <a:off x="6459321" y="2194560"/>
            <a:ext cx="2572649" cy="2839212"/>
          </a:xfrm>
          <a:prstGeom prst="rect">
            <a:avLst/>
          </a:prstGeom>
        </p:spPr>
      </p:pic>
    </p:spTree>
    <p:extLst>
      <p:ext uri="{BB962C8B-B14F-4D97-AF65-F5344CB8AC3E}">
        <p14:creationId xmlns:p14="http://schemas.microsoft.com/office/powerpoint/2010/main" val="2750195115"/>
      </p:ext>
    </p:extLst>
  </p:cSld>
  <p:clrMapOvr>
    <a:masterClrMapping/>
  </p:clrMapOvr>
  <p:transition spd="slow">
    <p:push/>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25145"/>
          </a:xfrm>
        </p:spPr>
        <p:txBody>
          <a:bodyPr/>
          <a:lstStyle/>
          <a:p>
            <a:r>
              <a:rPr lang="en-US" dirty="0"/>
              <a:t>Functions</a:t>
            </a:r>
          </a:p>
        </p:txBody>
      </p:sp>
      <p:sp>
        <p:nvSpPr>
          <p:cNvPr id="3" name="Content Placeholder 2"/>
          <p:cNvSpPr>
            <a:spLocks noGrp="1"/>
          </p:cNvSpPr>
          <p:nvPr>
            <p:ph idx="1"/>
          </p:nvPr>
        </p:nvSpPr>
        <p:spPr>
          <a:xfrm>
            <a:off x="457200" y="460248"/>
            <a:ext cx="8229600" cy="4485132"/>
          </a:xfrm>
        </p:spPr>
        <p:txBody>
          <a:bodyPr/>
          <a:lstStyle/>
          <a:p>
            <a:r>
              <a:rPr lang="en-US" dirty="0"/>
              <a:t>A function is a block of organized, reusable code that is used to perform a single, related action.   </a:t>
            </a:r>
          </a:p>
          <a:p>
            <a:pPr marL="0" indent="0">
              <a:buNone/>
            </a:pPr>
            <a:r>
              <a:rPr lang="en-US" sz="1600" dirty="0"/>
              <a:t> Advantage </a:t>
            </a:r>
          </a:p>
          <a:p>
            <a:r>
              <a:rPr lang="en-US" sz="1600" dirty="0"/>
              <a:t>It makes our code short . </a:t>
            </a:r>
          </a:p>
          <a:p>
            <a:r>
              <a:rPr lang="en-US" sz="1600" dirty="0"/>
              <a:t>Reusable.</a:t>
            </a:r>
          </a:p>
          <a:p>
            <a:r>
              <a:rPr lang="en-US" sz="1600" dirty="0"/>
              <a:t>Time saving.</a:t>
            </a:r>
          </a:p>
          <a:p>
            <a:pPr marL="0" indent="0">
              <a:buNone/>
            </a:pPr>
            <a:r>
              <a:rPr lang="en-US" sz="1800" dirty="0"/>
              <a:t>function to sum of two numbers</a:t>
            </a:r>
          </a:p>
          <a:p>
            <a:r>
              <a:rPr lang="en-US" dirty="0"/>
              <a:t>// Function returning sum</a:t>
            </a:r>
          </a:p>
          <a:p>
            <a:r>
              <a:rPr lang="en-US" dirty="0"/>
              <a:t>function </a:t>
            </a:r>
            <a:r>
              <a:rPr lang="en-US" dirty="0" err="1"/>
              <a:t>myfunction</a:t>
            </a:r>
            <a:r>
              <a:rPr lang="en-US" dirty="0"/>
              <a:t>($math, $</a:t>
            </a:r>
            <a:r>
              <a:rPr lang="en-US" dirty="0" err="1"/>
              <a:t>english</a:t>
            </a:r>
            <a:r>
              <a:rPr lang="en-US" dirty="0"/>
              <a:t>, $computer){</a:t>
            </a:r>
          </a:p>
          <a:p>
            <a:r>
              <a:rPr lang="en-US" dirty="0"/>
              <a:t>    return $math + $</a:t>
            </a:r>
            <a:r>
              <a:rPr lang="en-US" dirty="0" err="1"/>
              <a:t>english</a:t>
            </a:r>
            <a:r>
              <a:rPr lang="en-US" dirty="0"/>
              <a:t> + $computer;</a:t>
            </a:r>
          </a:p>
          <a:p>
            <a:r>
              <a:rPr lang="en-US" dirty="0"/>
              <a:t>}</a:t>
            </a:r>
          </a:p>
          <a:p>
            <a:r>
              <a:rPr lang="en-US" dirty="0"/>
              <a:t>$value = </a:t>
            </a:r>
            <a:r>
              <a:rPr lang="en-US" dirty="0" err="1"/>
              <a:t>myfunction</a:t>
            </a:r>
            <a:r>
              <a:rPr lang="en-US" dirty="0"/>
              <a:t>(90,85,88);</a:t>
            </a:r>
          </a:p>
          <a:p>
            <a:r>
              <a:rPr lang="en-US" dirty="0"/>
              <a:t>echo $value;</a:t>
            </a:r>
          </a:p>
          <a:p>
            <a:pPr marL="0" indent="0">
              <a:buNone/>
            </a:pPr>
            <a:br>
              <a:rPr lang="en-US" sz="1800" dirty="0"/>
            </a:br>
            <a:endParaRPr lang="en-US" sz="1800" dirty="0"/>
          </a:p>
          <a:p>
            <a:pPr marL="0" indent="0">
              <a:buNone/>
            </a:pPr>
            <a:endParaRPr lang="en-US" dirty="0"/>
          </a:p>
        </p:txBody>
      </p:sp>
    </p:spTree>
    <p:extLst>
      <p:ext uri="{BB962C8B-B14F-4D97-AF65-F5344CB8AC3E}">
        <p14:creationId xmlns:p14="http://schemas.microsoft.com/office/powerpoint/2010/main" val="30816407"/>
      </p:ext>
    </p:extLst>
  </p:cSld>
  <p:clrMapOvr>
    <a:masterClrMapping/>
  </p:clrMapOvr>
  <p:transition spd="slow">
    <p:pu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071"/>
            <a:ext cx="8229600" cy="466623"/>
          </a:xfrm>
        </p:spPr>
        <p:txBody>
          <a:bodyPr/>
          <a:lstStyle/>
          <a:p>
            <a:r>
              <a:rPr lang="en-US" dirty="0"/>
              <a:t>What is Array</a:t>
            </a:r>
          </a:p>
        </p:txBody>
      </p:sp>
      <p:sp>
        <p:nvSpPr>
          <p:cNvPr id="3" name="Content Placeholder 2"/>
          <p:cNvSpPr>
            <a:spLocks noGrp="1"/>
          </p:cNvSpPr>
          <p:nvPr>
            <p:ph idx="1"/>
          </p:nvPr>
        </p:nvSpPr>
        <p:spPr>
          <a:xfrm>
            <a:off x="457200" y="607162"/>
            <a:ext cx="8229600" cy="3987063"/>
          </a:xfrm>
        </p:spPr>
        <p:txBody>
          <a:bodyPr/>
          <a:lstStyle/>
          <a:p>
            <a:r>
              <a:rPr lang="en-US" dirty="0"/>
              <a:t>An array is a collection of elements of the same type placed in contiguous memory locations that can be individually referenced by using an index to a unique identifier.</a:t>
            </a:r>
          </a:p>
          <a:p>
            <a:r>
              <a:rPr lang="en-US" dirty="0"/>
              <a:t>&lt;?</a:t>
            </a:r>
            <a:r>
              <a:rPr lang="en-US" dirty="0" err="1"/>
              <a:t>php</a:t>
            </a:r>
            <a:br>
              <a:rPr lang="en-US" dirty="0"/>
            </a:br>
            <a:r>
              <a:rPr lang="en-US" dirty="0"/>
              <a:t>$cars = ["</a:t>
            </a:r>
            <a:r>
              <a:rPr lang="en-US" dirty="0" err="1"/>
              <a:t>mehran</a:t>
            </a:r>
            <a:r>
              <a:rPr lang="en-US" dirty="0"/>
              <a:t>","</a:t>
            </a:r>
            <a:r>
              <a:rPr lang="en-US" dirty="0" err="1"/>
              <a:t>civic","sonata</a:t>
            </a:r>
            <a:r>
              <a:rPr lang="en-US" dirty="0"/>
              <a:t>"];</a:t>
            </a:r>
          </a:p>
          <a:p>
            <a:r>
              <a:rPr lang="en-US" dirty="0"/>
              <a:t>echo $cars[1];</a:t>
            </a:r>
          </a:p>
          <a:p>
            <a:pPr marL="0" indent="0">
              <a:buNone/>
            </a:pPr>
            <a:br>
              <a:rPr lang="en-US" dirty="0"/>
            </a:br>
            <a:r>
              <a:rPr lang="en-US" dirty="0"/>
              <a:t>?&gt;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82982" y="3344913"/>
            <a:ext cx="3171825" cy="1438275"/>
          </a:xfrm>
          <a:prstGeom prst="rect">
            <a:avLst/>
          </a:prstGeom>
        </p:spPr>
      </p:pic>
    </p:spTree>
    <p:extLst>
      <p:ext uri="{BB962C8B-B14F-4D97-AF65-F5344CB8AC3E}">
        <p14:creationId xmlns:p14="http://schemas.microsoft.com/office/powerpoint/2010/main" val="4148595198"/>
      </p:ext>
    </p:extLst>
  </p:cSld>
  <p:clrMapOvr>
    <a:masterClrMapping/>
  </p:clrMapOvr>
  <p:transition spd="slow">
    <p:push/>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2755"/>
            <a:ext cx="8229600" cy="532460"/>
          </a:xfrm>
        </p:spPr>
        <p:txBody>
          <a:bodyPr/>
          <a:lstStyle/>
          <a:p>
            <a:r>
              <a:rPr lang="en-US" dirty="0"/>
              <a:t>What is Object</a:t>
            </a:r>
          </a:p>
        </p:txBody>
      </p:sp>
      <p:sp>
        <p:nvSpPr>
          <p:cNvPr id="3" name="Content Placeholder 2"/>
          <p:cNvSpPr>
            <a:spLocks noGrp="1"/>
          </p:cNvSpPr>
          <p:nvPr>
            <p:ph idx="1"/>
          </p:nvPr>
        </p:nvSpPr>
        <p:spPr>
          <a:xfrm>
            <a:off x="457200" y="585216"/>
            <a:ext cx="8229600" cy="4009010"/>
          </a:xfrm>
        </p:spPr>
        <p:txBody>
          <a:bodyPr/>
          <a:lstStyle/>
          <a:p>
            <a:r>
              <a:rPr lang="en-US" dirty="0"/>
              <a:t>Object is any thing about which we collect data . </a:t>
            </a:r>
          </a:p>
          <a:p>
            <a:r>
              <a:rPr lang="en-US" dirty="0"/>
              <a:t>Example. Ali, car, home</a:t>
            </a:r>
          </a:p>
          <a:p>
            <a:endParaRPr lang="en-US" dirty="0"/>
          </a:p>
        </p:txBody>
      </p:sp>
      <p:pic>
        <p:nvPicPr>
          <p:cNvPr id="4" name="Picture 3"/>
          <p:cNvPicPr>
            <a:picLocks noChangeAspect="1"/>
          </p:cNvPicPr>
          <p:nvPr/>
        </p:nvPicPr>
        <p:blipFill>
          <a:blip r:embed="rId2"/>
          <a:stretch>
            <a:fillRect/>
          </a:stretch>
        </p:blipFill>
        <p:spPr>
          <a:xfrm>
            <a:off x="709574" y="1339840"/>
            <a:ext cx="7322516" cy="2463820"/>
          </a:xfrm>
          <a:prstGeom prst="rect">
            <a:avLst/>
          </a:prstGeom>
        </p:spPr>
      </p:pic>
    </p:spTree>
    <p:extLst>
      <p:ext uri="{BB962C8B-B14F-4D97-AF65-F5344CB8AC3E}">
        <p14:creationId xmlns:p14="http://schemas.microsoft.com/office/powerpoint/2010/main" val="118225236"/>
      </p:ext>
    </p:extLst>
  </p:cSld>
  <p:clrMapOvr>
    <a:masterClrMapping/>
  </p:clrMapOvr>
  <p:transition spd="slow">
    <p:push/>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矩形 8"/>
          <p:cNvSpPr/>
          <p:nvPr/>
        </p:nvSpPr>
        <p:spPr>
          <a:xfrm flipH="1">
            <a:off x="7629525" y="0"/>
            <a:ext cx="576263" cy="2335213"/>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25602" name="矩形 3"/>
          <p:cNvSpPr/>
          <p:nvPr/>
        </p:nvSpPr>
        <p:spPr>
          <a:xfrm>
            <a:off x="857250" y="2335213"/>
            <a:ext cx="900113" cy="2808287"/>
          </a:xfrm>
          <a:prstGeom prst="rect">
            <a:avLst/>
          </a:prstGeom>
          <a:solidFill>
            <a:srgbClr val="203864"/>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nvGrpSpPr>
          <p:cNvPr id="25603" name="Group 4"/>
          <p:cNvGrpSpPr/>
          <p:nvPr/>
        </p:nvGrpSpPr>
        <p:grpSpPr>
          <a:xfrm>
            <a:off x="857250" y="1012825"/>
            <a:ext cx="8286750" cy="1739900"/>
            <a:chOff x="0" y="0"/>
            <a:chExt cx="8286663" cy="902064"/>
          </a:xfrm>
        </p:grpSpPr>
        <p:grpSp>
          <p:nvGrpSpPr>
            <p:cNvPr id="25604" name="Group 5"/>
            <p:cNvGrpSpPr/>
            <p:nvPr/>
          </p:nvGrpSpPr>
          <p:grpSpPr>
            <a:xfrm>
              <a:off x="0" y="0"/>
              <a:ext cx="8286663" cy="902064"/>
              <a:chOff x="0" y="0"/>
              <a:chExt cx="8286663" cy="902064"/>
            </a:xfrm>
          </p:grpSpPr>
          <p:sp>
            <p:nvSpPr>
              <p:cNvPr id="25605" name="矩形 4"/>
              <p:cNvSpPr/>
              <p:nvPr/>
            </p:nvSpPr>
            <p:spPr>
              <a:xfrm>
                <a:off x="900001" y="2064"/>
                <a:ext cx="7386662" cy="900000"/>
              </a:xfrm>
              <a:prstGeom prst="rect">
                <a:avLst/>
              </a:prstGeom>
              <a:solidFill>
                <a:srgbClr val="203864"/>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25606" name="直角三角形 5"/>
              <p:cNvSpPr/>
              <p:nvPr/>
            </p:nvSpPr>
            <p:spPr>
              <a:xfrm rot="-5400000">
                <a:off x="0" y="0"/>
                <a:ext cx="900000" cy="900000"/>
              </a:xfrm>
              <a:prstGeom prst="rtTriangle">
                <a:avLst/>
              </a:prstGeom>
              <a:solidFill>
                <a:srgbClr val="111E35"/>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sp>
          <p:nvSpPr>
            <p:cNvPr id="25607" name="矩形 6"/>
            <p:cNvSpPr/>
            <p:nvPr/>
          </p:nvSpPr>
          <p:spPr>
            <a:xfrm>
              <a:off x="1056721" y="156583"/>
              <a:ext cx="2751459" cy="302554"/>
            </a:xfrm>
            <a:prstGeom prst="rect">
              <a:avLst/>
            </a:prstGeom>
            <a:noFill/>
            <a:ln w="9525">
              <a:noFill/>
            </a:ln>
          </p:spPr>
          <p:txBody>
            <a:bodyPr wrap="square" anchor="t" anchorCtr="0">
              <a:spAutoFit/>
            </a:bodyPr>
            <a:lstStyle/>
            <a:p>
              <a:r>
                <a:rPr lang="en-US" altLang="zh-CN" sz="3200" b="1" dirty="0">
                  <a:solidFill>
                    <a:schemeClr val="bg1"/>
                  </a:solidFill>
                  <a:latin typeface="Microsoft YaHei" panose="020B0503020204020204" pitchFamily="34" charset="-122"/>
                  <a:ea typeface="Microsoft YaHei" panose="020B0503020204020204" pitchFamily="34" charset="-122"/>
                </a:rPr>
                <a:t>THANK YOU</a:t>
              </a:r>
              <a:endParaRPr lang="zh-CN" altLang="en-US" sz="3200" b="1" dirty="0">
                <a:solidFill>
                  <a:schemeClr val="bg1"/>
                </a:solidFill>
                <a:latin typeface="Microsoft YaHei" panose="020B0503020204020204" pitchFamily="34" charset="-122"/>
                <a:ea typeface="Microsoft YaHei" panose="020B0503020204020204" pitchFamily="34" charset="-122"/>
              </a:endParaRPr>
            </a:p>
          </p:txBody>
        </p:sp>
      </p:grpSp>
      <p:grpSp>
        <p:nvGrpSpPr>
          <p:cNvPr id="25609" name="Group 10"/>
          <p:cNvGrpSpPr/>
          <p:nvPr/>
        </p:nvGrpSpPr>
        <p:grpSpPr>
          <a:xfrm>
            <a:off x="0" y="2329180"/>
            <a:ext cx="8206105" cy="577850"/>
            <a:chOff x="0" y="0"/>
            <a:chExt cx="8205524" cy="578062"/>
          </a:xfrm>
        </p:grpSpPr>
        <p:sp>
          <p:nvSpPr>
            <p:cNvPr id="25610" name="直角三角形 7"/>
            <p:cNvSpPr/>
            <p:nvPr/>
          </p:nvSpPr>
          <p:spPr>
            <a:xfrm rot="-10800000" flipH="1">
              <a:off x="7629524" y="2062"/>
              <a:ext cx="576000" cy="576000"/>
            </a:xfrm>
            <a:prstGeom prst="rtTriangle">
              <a:avLst/>
            </a:prstGeom>
            <a:solidFill>
              <a:srgbClr val="D09E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25611" name="矩形 9"/>
            <p:cNvSpPr/>
            <p:nvPr/>
          </p:nvSpPr>
          <p:spPr>
            <a:xfrm flipH="1">
              <a:off x="0" y="0"/>
              <a:ext cx="7629523" cy="57600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spTree>
  </p:cSld>
  <p:clrMapOvr>
    <a:masterClrMapping/>
  </p:clrMapOvr>
  <p:transition spd="slow">
    <p:push/>
  </p:transition>
</p:sld>
</file>

<file path=ppt/tags/tag1.xml><?xml version="1.0" encoding="utf-8"?>
<p:tagLst xmlns:a="http://schemas.openxmlformats.org/drawingml/2006/main" xmlns:r="http://schemas.openxmlformats.org/officeDocument/2006/relationships" xmlns:p="http://schemas.openxmlformats.org/presentationml/2006/main">
  <p:tag name="ID" val="626775"/>
  <p:tag name="MH" val="20170721170040"/>
  <p:tag name="MH_LIBRARY" val="CONTENTS"/>
  <p:tag name="MH_ORDER" val="NUMBER"/>
  <p:tag name="MH_TYPE" val="TITLE"/>
</p:tagLst>
</file>

<file path=ppt/theme/theme1.xml><?xml version="1.0" encoding="utf-8"?>
<a:theme xmlns:a="http://schemas.openxmlformats.org/drawingml/2006/main" name="Office 主题">
  <a:themeElements>
    <a:clrScheme name="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主题">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685800" rtl="0" eaLnBrk="0" fontAlgn="base" latinLnBrk="0" hangingPunct="0">
          <a:lnSpc>
            <a:spcPct val="100000"/>
          </a:lnSpc>
          <a:spcBef>
            <a:spcPct val="0"/>
          </a:spcBef>
          <a:spcAft>
            <a:spcPct val="0"/>
          </a:spcAft>
          <a:buClrTx/>
          <a:buSzTx/>
          <a:buFont typeface="Arial" panose="020B0604020202020204" pitchFamily="34" charset="0"/>
          <a:buNone/>
          <a:defRPr kumimoji="0" lang="zh-CN" sz="1300" b="0" i="0" u="none" strike="noStrike" cap="none" normalizeH="0" baseline="0" smtClean="0">
            <a:ln>
              <a:noFill/>
            </a:ln>
            <a:solidFill>
              <a:schemeClr val="tx1"/>
            </a:solidFill>
            <a:effectLst/>
            <a:latin typeface="Calibri" panose="020F0502020204030204" pitchFamily="34" charset="0"/>
            <a:ea typeface="SimSun"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685800" rtl="0" eaLnBrk="0" fontAlgn="base" latinLnBrk="0" hangingPunct="0">
          <a:lnSpc>
            <a:spcPct val="100000"/>
          </a:lnSpc>
          <a:spcBef>
            <a:spcPct val="0"/>
          </a:spcBef>
          <a:spcAft>
            <a:spcPct val="0"/>
          </a:spcAft>
          <a:buClrTx/>
          <a:buSzTx/>
          <a:buFont typeface="Arial" panose="020B0604020202020204" pitchFamily="34" charset="0"/>
          <a:buNone/>
          <a:defRPr kumimoji="0" lang="zh-CN" sz="1300" b="0" i="0" u="none" strike="noStrike" cap="none" normalizeH="0" baseline="0" smtClean="0">
            <a:ln>
              <a:noFill/>
            </a:ln>
            <a:solidFill>
              <a:schemeClr val="tx1"/>
            </a:solidFill>
            <a:effectLst/>
            <a:latin typeface="Calibri" panose="020F0502020204030204" pitchFamily="34" charset="0"/>
            <a:ea typeface="SimSun" panose="02010600030101010101" pitchFamily="2" charset="-122"/>
          </a:defRPr>
        </a:defPPr>
      </a:lstStyle>
    </a:lnDef>
  </a:objectDefaults>
  <a:extraClrSchemeLst>
    <a:extraClrScheme>
      <a:clrScheme name="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20980</TotalTime>
  <Words>764</Words>
  <Application>Microsoft Office PowerPoint</Application>
  <PresentationFormat>On-screen Show (16:9)</PresentationFormat>
  <Paragraphs>123</Paragraphs>
  <Slides>19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Microsoft YaHei</vt:lpstr>
      <vt:lpstr>Arial</vt:lpstr>
      <vt:lpstr>Calibri</vt:lpstr>
      <vt:lpstr>Calibri Light</vt:lpstr>
      <vt:lpstr>Roboto Cn</vt:lpstr>
      <vt:lpstr>Office 主题</vt:lpstr>
      <vt:lpstr>Navttc (PMYSD)  Batch (lll) Advance Web Application Development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Programing language</vt:lpstr>
      <vt:lpstr>PowerPoint Presentation</vt:lpstr>
      <vt:lpstr>PowerPoint Presentation</vt:lpstr>
      <vt:lpstr>PowerPoint Presentation</vt:lpstr>
      <vt:lpstr>Functions</vt:lpstr>
      <vt:lpstr>What is Array</vt:lpstr>
      <vt:lpstr>What is Object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Windows 用户</dc:creator>
  <cp:lastModifiedBy>Mc</cp:lastModifiedBy>
  <cp:revision>170</cp:revision>
  <dcterms:created xsi:type="dcterms:W3CDTF">2014-09-05T03:09:00Z</dcterms:created>
  <dcterms:modified xsi:type="dcterms:W3CDTF">2026-03-12T04:56:03Z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1033-11.2.0.11537</vt:lpwstr>
  </property>
  <property fmtid="{D5CDD505-2E9C-101B-9397-08002B2CF9AE}" pid="3" name="ICV">
    <vt:lpwstr>3EC90B1F1CA14C37A3FBE4CAB961706B</vt:lpwstr>
  </property>
</Properties>
</file>